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1" r:id="rId6"/>
    <p:sldId id="260"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83AAEB-5D27-49F3-B305-0905BA086171}" v="1" dt="2026-07-21T04:29:53.4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13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ji V" userId="ba4636a1a2c3397c" providerId="LiveId" clId="{7C12D02F-33F7-4177-9DCD-72F547324B46}"/>
    <pc:docChg chg="undo redo custSel addSld modSld">
      <pc:chgData name="Suji V" userId="ba4636a1a2c3397c" providerId="LiveId" clId="{7C12D02F-33F7-4177-9DCD-72F547324B46}" dt="2026-07-21T04:38:34.770" v="202" actId="478"/>
      <pc:docMkLst>
        <pc:docMk/>
      </pc:docMkLst>
      <pc:sldChg chg="delSp modSp mod">
        <pc:chgData name="Suji V" userId="ba4636a1a2c3397c" providerId="LiveId" clId="{7C12D02F-33F7-4177-9DCD-72F547324B46}" dt="2026-07-21T04:38:34.770" v="202" actId="478"/>
        <pc:sldMkLst>
          <pc:docMk/>
          <pc:sldMk cId="0" sldId="256"/>
        </pc:sldMkLst>
        <pc:spChg chg="del mod">
          <ac:chgData name="Suji V" userId="ba4636a1a2c3397c" providerId="LiveId" clId="{7C12D02F-33F7-4177-9DCD-72F547324B46}" dt="2026-07-21T04:38:34.770" v="202" actId="478"/>
          <ac:spMkLst>
            <pc:docMk/>
            <pc:sldMk cId="0" sldId="256"/>
            <ac:spMk id="2" creationId="{00000000-0000-0000-0000-000000000000}"/>
          </ac:spMkLst>
        </pc:spChg>
        <pc:spChg chg="mod">
          <ac:chgData name="Suji V" userId="ba4636a1a2c3397c" providerId="LiveId" clId="{7C12D02F-33F7-4177-9DCD-72F547324B46}" dt="2026-07-21T04:38:09.117" v="188" actId="1076"/>
          <ac:spMkLst>
            <pc:docMk/>
            <pc:sldMk cId="0" sldId="256"/>
            <ac:spMk id="3" creationId="{00000000-0000-0000-0000-000000000000}"/>
          </ac:spMkLst>
        </pc:spChg>
        <pc:spChg chg="mod">
          <ac:chgData name="Suji V" userId="ba4636a1a2c3397c" providerId="LiveId" clId="{7C12D02F-33F7-4177-9DCD-72F547324B46}" dt="2026-07-21T04:38:09.117" v="188" actId="1076"/>
          <ac:spMkLst>
            <pc:docMk/>
            <pc:sldMk cId="0" sldId="256"/>
            <ac:spMk id="4" creationId="{00000000-0000-0000-0000-000000000000}"/>
          </ac:spMkLst>
        </pc:spChg>
        <pc:spChg chg="mod">
          <ac:chgData name="Suji V" userId="ba4636a1a2c3397c" providerId="LiveId" clId="{7C12D02F-33F7-4177-9DCD-72F547324B46}" dt="2026-07-21T04:38:09.117" v="188" actId="1076"/>
          <ac:spMkLst>
            <pc:docMk/>
            <pc:sldMk cId="0" sldId="256"/>
            <ac:spMk id="5" creationId="{00000000-0000-0000-0000-000000000000}"/>
          </ac:spMkLst>
        </pc:spChg>
        <pc:spChg chg="mod">
          <ac:chgData name="Suji V" userId="ba4636a1a2c3397c" providerId="LiveId" clId="{7C12D02F-33F7-4177-9DCD-72F547324B46}" dt="2026-07-21T04:38:13.279" v="200" actId="1036"/>
          <ac:spMkLst>
            <pc:docMk/>
            <pc:sldMk cId="0" sldId="256"/>
            <ac:spMk id="6" creationId="{00000000-0000-0000-0000-000000000000}"/>
          </ac:spMkLst>
        </pc:spChg>
        <pc:spChg chg="mod">
          <ac:chgData name="Suji V" userId="ba4636a1a2c3397c" providerId="LiveId" clId="{7C12D02F-33F7-4177-9DCD-72F547324B46}" dt="2026-07-21T04:38:09.117" v="188" actId="1076"/>
          <ac:spMkLst>
            <pc:docMk/>
            <pc:sldMk cId="0" sldId="256"/>
            <ac:spMk id="7" creationId="{00000000-0000-0000-0000-000000000000}"/>
          </ac:spMkLst>
        </pc:spChg>
        <pc:spChg chg="mod">
          <ac:chgData name="Suji V" userId="ba4636a1a2c3397c" providerId="LiveId" clId="{7C12D02F-33F7-4177-9DCD-72F547324B46}" dt="2026-07-21T04:38:20.357" v="201" actId="255"/>
          <ac:spMkLst>
            <pc:docMk/>
            <pc:sldMk cId="0" sldId="256"/>
            <ac:spMk id="8" creationId="{00000000-0000-0000-0000-000000000000}"/>
          </ac:spMkLst>
        </pc:spChg>
        <pc:spChg chg="mod">
          <ac:chgData name="Suji V" userId="ba4636a1a2c3397c" providerId="LiveId" clId="{7C12D02F-33F7-4177-9DCD-72F547324B46}" dt="2026-07-21T04:38:09.117" v="188" actId="1076"/>
          <ac:spMkLst>
            <pc:docMk/>
            <pc:sldMk cId="0" sldId="256"/>
            <ac:spMk id="9" creationId="{00000000-0000-0000-0000-000000000000}"/>
          </ac:spMkLst>
        </pc:spChg>
        <pc:spChg chg="mod">
          <ac:chgData name="Suji V" userId="ba4636a1a2c3397c" providerId="LiveId" clId="{7C12D02F-33F7-4177-9DCD-72F547324B46}" dt="2026-07-21T04:38:09.117" v="188" actId="1076"/>
          <ac:spMkLst>
            <pc:docMk/>
            <pc:sldMk cId="0" sldId="256"/>
            <ac:spMk id="10" creationId="{00000000-0000-0000-0000-000000000000}"/>
          </ac:spMkLst>
        </pc:spChg>
      </pc:sldChg>
      <pc:sldChg chg="modSp mod">
        <pc:chgData name="Suji V" userId="ba4636a1a2c3397c" providerId="LiveId" clId="{7C12D02F-33F7-4177-9DCD-72F547324B46}" dt="2026-07-21T04:05:45.981" v="85" actId="255"/>
        <pc:sldMkLst>
          <pc:docMk/>
          <pc:sldMk cId="0" sldId="257"/>
        </pc:sldMkLst>
        <pc:spChg chg="mod">
          <ac:chgData name="Suji V" userId="ba4636a1a2c3397c" providerId="LiveId" clId="{7C12D02F-33F7-4177-9DCD-72F547324B46}" dt="2026-07-21T04:05:04.345" v="77" actId="255"/>
          <ac:spMkLst>
            <pc:docMk/>
            <pc:sldMk cId="0" sldId="257"/>
            <ac:spMk id="3" creationId="{00000000-0000-0000-0000-000000000000}"/>
          </ac:spMkLst>
        </pc:spChg>
        <pc:spChg chg="mod">
          <ac:chgData name="Suji V" userId="ba4636a1a2c3397c" providerId="LiveId" clId="{7C12D02F-33F7-4177-9DCD-72F547324B46}" dt="2026-07-21T04:05:16.104" v="79" actId="255"/>
          <ac:spMkLst>
            <pc:docMk/>
            <pc:sldMk cId="0" sldId="257"/>
            <ac:spMk id="7" creationId="{00000000-0000-0000-0000-000000000000}"/>
          </ac:spMkLst>
        </pc:spChg>
        <pc:spChg chg="mod">
          <ac:chgData name="Suji V" userId="ba4636a1a2c3397c" providerId="LiveId" clId="{7C12D02F-33F7-4177-9DCD-72F547324B46}" dt="2026-07-21T04:04:21.758" v="69" actId="255"/>
          <ac:spMkLst>
            <pc:docMk/>
            <pc:sldMk cId="0" sldId="257"/>
            <ac:spMk id="8" creationId="{00000000-0000-0000-0000-000000000000}"/>
          </ac:spMkLst>
        </pc:spChg>
        <pc:spChg chg="mod">
          <ac:chgData name="Suji V" userId="ba4636a1a2c3397c" providerId="LiveId" clId="{7C12D02F-33F7-4177-9DCD-72F547324B46}" dt="2026-07-21T04:05:28.001" v="81" actId="255"/>
          <ac:spMkLst>
            <pc:docMk/>
            <pc:sldMk cId="0" sldId="257"/>
            <ac:spMk id="12" creationId="{00000000-0000-0000-0000-000000000000}"/>
          </ac:spMkLst>
        </pc:spChg>
        <pc:spChg chg="mod">
          <ac:chgData name="Suji V" userId="ba4636a1a2c3397c" providerId="LiveId" clId="{7C12D02F-33F7-4177-9DCD-72F547324B46}" dt="2026-07-21T04:04:30.923" v="71" actId="255"/>
          <ac:spMkLst>
            <pc:docMk/>
            <pc:sldMk cId="0" sldId="257"/>
            <ac:spMk id="13" creationId="{00000000-0000-0000-0000-000000000000}"/>
          </ac:spMkLst>
        </pc:spChg>
        <pc:spChg chg="mod">
          <ac:chgData name="Suji V" userId="ba4636a1a2c3397c" providerId="LiveId" clId="{7C12D02F-33F7-4177-9DCD-72F547324B46}" dt="2026-07-21T04:05:36.917" v="83" actId="255"/>
          <ac:spMkLst>
            <pc:docMk/>
            <pc:sldMk cId="0" sldId="257"/>
            <ac:spMk id="17" creationId="{00000000-0000-0000-0000-000000000000}"/>
          </ac:spMkLst>
        </pc:spChg>
        <pc:spChg chg="mod">
          <ac:chgData name="Suji V" userId="ba4636a1a2c3397c" providerId="LiveId" clId="{7C12D02F-33F7-4177-9DCD-72F547324B46}" dt="2026-07-21T04:04:43.813" v="73" actId="255"/>
          <ac:spMkLst>
            <pc:docMk/>
            <pc:sldMk cId="0" sldId="257"/>
            <ac:spMk id="18" creationId="{00000000-0000-0000-0000-000000000000}"/>
          </ac:spMkLst>
        </pc:spChg>
        <pc:spChg chg="mod">
          <ac:chgData name="Suji V" userId="ba4636a1a2c3397c" providerId="LiveId" clId="{7C12D02F-33F7-4177-9DCD-72F547324B46}" dt="2026-07-21T04:05:45.981" v="85" actId="255"/>
          <ac:spMkLst>
            <pc:docMk/>
            <pc:sldMk cId="0" sldId="257"/>
            <ac:spMk id="22" creationId="{00000000-0000-0000-0000-000000000000}"/>
          </ac:spMkLst>
        </pc:spChg>
        <pc:spChg chg="mod">
          <ac:chgData name="Suji V" userId="ba4636a1a2c3397c" providerId="LiveId" clId="{7C12D02F-33F7-4177-9DCD-72F547324B46}" dt="2026-07-21T04:04:53.308" v="75" actId="255"/>
          <ac:spMkLst>
            <pc:docMk/>
            <pc:sldMk cId="0" sldId="257"/>
            <ac:spMk id="23" creationId="{00000000-0000-0000-0000-000000000000}"/>
          </ac:spMkLst>
        </pc:spChg>
      </pc:sldChg>
      <pc:sldChg chg="modSp mod">
        <pc:chgData name="Suji V" userId="ba4636a1a2c3397c" providerId="LiveId" clId="{7C12D02F-33F7-4177-9DCD-72F547324B46}" dt="2026-07-21T04:07:26.592" v="104" actId="1036"/>
        <pc:sldMkLst>
          <pc:docMk/>
          <pc:sldMk cId="0" sldId="258"/>
        </pc:sldMkLst>
        <pc:spChg chg="mod">
          <ac:chgData name="Suji V" userId="ba4636a1a2c3397c" providerId="LiveId" clId="{7C12D02F-33F7-4177-9DCD-72F547324B46}" dt="2026-07-21T04:06:05.686" v="87" actId="255"/>
          <ac:spMkLst>
            <pc:docMk/>
            <pc:sldMk cId="0" sldId="258"/>
            <ac:spMk id="3" creationId="{00000000-0000-0000-0000-000000000000}"/>
          </ac:spMkLst>
        </pc:spChg>
        <pc:spChg chg="mod">
          <ac:chgData name="Suji V" userId="ba4636a1a2c3397c" providerId="LiveId" clId="{7C12D02F-33F7-4177-9DCD-72F547324B46}" dt="2026-07-21T04:06:16.492" v="89" actId="255"/>
          <ac:spMkLst>
            <pc:docMk/>
            <pc:sldMk cId="0" sldId="258"/>
            <ac:spMk id="7" creationId="{00000000-0000-0000-0000-000000000000}"/>
          </ac:spMkLst>
        </pc:spChg>
        <pc:spChg chg="mod">
          <ac:chgData name="Suji V" userId="ba4636a1a2c3397c" providerId="LiveId" clId="{7C12D02F-33F7-4177-9DCD-72F547324B46}" dt="2026-07-21T04:06:36.336" v="93" actId="255"/>
          <ac:spMkLst>
            <pc:docMk/>
            <pc:sldMk cId="0" sldId="258"/>
            <ac:spMk id="8" creationId="{00000000-0000-0000-0000-000000000000}"/>
          </ac:spMkLst>
        </pc:spChg>
        <pc:spChg chg="mod">
          <ac:chgData name="Suji V" userId="ba4636a1a2c3397c" providerId="LiveId" clId="{7C12D02F-33F7-4177-9DCD-72F547324B46}" dt="2026-07-21T04:06:53.923" v="97" actId="255"/>
          <ac:spMkLst>
            <pc:docMk/>
            <pc:sldMk cId="0" sldId="258"/>
            <ac:spMk id="12" creationId="{00000000-0000-0000-0000-000000000000}"/>
          </ac:spMkLst>
        </pc:spChg>
        <pc:spChg chg="mod">
          <ac:chgData name="Suji V" userId="ba4636a1a2c3397c" providerId="LiveId" clId="{7C12D02F-33F7-4177-9DCD-72F547324B46}" dt="2026-07-21T04:06:28.494" v="91" actId="255"/>
          <ac:spMkLst>
            <pc:docMk/>
            <pc:sldMk cId="0" sldId="258"/>
            <ac:spMk id="13" creationId="{00000000-0000-0000-0000-000000000000}"/>
          </ac:spMkLst>
        </pc:spChg>
        <pc:spChg chg="mod">
          <ac:chgData name="Suji V" userId="ba4636a1a2c3397c" providerId="LiveId" clId="{7C12D02F-33F7-4177-9DCD-72F547324B46}" dt="2026-07-21T04:06:44.671" v="95" actId="255"/>
          <ac:spMkLst>
            <pc:docMk/>
            <pc:sldMk cId="0" sldId="258"/>
            <ac:spMk id="17" creationId="{00000000-0000-0000-0000-000000000000}"/>
          </ac:spMkLst>
        </pc:spChg>
        <pc:spChg chg="mod">
          <ac:chgData name="Suji V" userId="ba4636a1a2c3397c" providerId="LiveId" clId="{7C12D02F-33F7-4177-9DCD-72F547324B46}" dt="2026-07-21T04:07:14.337" v="101" actId="255"/>
          <ac:spMkLst>
            <pc:docMk/>
            <pc:sldMk cId="0" sldId="258"/>
            <ac:spMk id="18" creationId="{00000000-0000-0000-0000-000000000000}"/>
          </ac:spMkLst>
        </pc:spChg>
        <pc:spChg chg="mod">
          <ac:chgData name="Suji V" userId="ba4636a1a2c3397c" providerId="LiveId" clId="{7C12D02F-33F7-4177-9DCD-72F547324B46}" dt="2026-07-21T04:07:26.592" v="104" actId="1036"/>
          <ac:spMkLst>
            <pc:docMk/>
            <pc:sldMk cId="0" sldId="258"/>
            <ac:spMk id="19" creationId="{00000000-0000-0000-0000-000000000000}"/>
          </ac:spMkLst>
        </pc:spChg>
        <pc:spChg chg="mod">
          <ac:chgData name="Suji V" userId="ba4636a1a2c3397c" providerId="LiveId" clId="{7C12D02F-33F7-4177-9DCD-72F547324B46}" dt="2026-07-21T04:07:03.257" v="99" actId="255"/>
          <ac:spMkLst>
            <pc:docMk/>
            <pc:sldMk cId="0" sldId="258"/>
            <ac:spMk id="22" creationId="{00000000-0000-0000-0000-000000000000}"/>
          </ac:spMkLst>
        </pc:spChg>
        <pc:spChg chg="mod">
          <ac:chgData name="Suji V" userId="ba4636a1a2c3397c" providerId="LiveId" clId="{7C12D02F-33F7-4177-9DCD-72F547324B46}" dt="2026-07-21T04:07:23.804" v="103" actId="255"/>
          <ac:spMkLst>
            <pc:docMk/>
            <pc:sldMk cId="0" sldId="258"/>
            <ac:spMk id="23" creationId="{00000000-0000-0000-0000-000000000000}"/>
          </ac:spMkLst>
        </pc:spChg>
      </pc:sldChg>
      <pc:sldChg chg="modSp mod">
        <pc:chgData name="Suji V" userId="ba4636a1a2c3397c" providerId="LiveId" clId="{7C12D02F-33F7-4177-9DCD-72F547324B46}" dt="2026-07-21T04:31:37.233" v="124" actId="255"/>
        <pc:sldMkLst>
          <pc:docMk/>
          <pc:sldMk cId="0" sldId="259"/>
        </pc:sldMkLst>
        <pc:spChg chg="mod">
          <ac:chgData name="Suji V" userId="ba4636a1a2c3397c" providerId="LiveId" clId="{7C12D02F-33F7-4177-9DCD-72F547324B46}" dt="2026-07-21T04:31:37.233" v="124" actId="255"/>
          <ac:spMkLst>
            <pc:docMk/>
            <pc:sldMk cId="0" sldId="259"/>
            <ac:spMk id="3" creationId="{00000000-0000-0000-0000-000000000000}"/>
          </ac:spMkLst>
        </pc:spChg>
        <pc:spChg chg="mod">
          <ac:chgData name="Suji V" userId="ba4636a1a2c3397c" providerId="LiveId" clId="{7C12D02F-33F7-4177-9DCD-72F547324B46}" dt="2026-07-21T03:59:49.605" v="3" actId="1076"/>
          <ac:spMkLst>
            <pc:docMk/>
            <pc:sldMk cId="0" sldId="259"/>
            <ac:spMk id="4" creationId="{00000000-0000-0000-0000-000000000000}"/>
          </ac:spMkLst>
        </pc:spChg>
        <pc:spChg chg="mod">
          <ac:chgData name="Suji V" userId="ba4636a1a2c3397c" providerId="LiveId" clId="{7C12D02F-33F7-4177-9DCD-72F547324B46}" dt="2026-07-21T04:01:04.675" v="16" actId="255"/>
          <ac:spMkLst>
            <pc:docMk/>
            <pc:sldMk cId="0" sldId="259"/>
            <ac:spMk id="7" creationId="{00000000-0000-0000-0000-000000000000}"/>
          </ac:spMkLst>
        </pc:spChg>
        <pc:spChg chg="mod">
          <ac:chgData name="Suji V" userId="ba4636a1a2c3397c" providerId="LiveId" clId="{7C12D02F-33F7-4177-9DCD-72F547324B46}" dt="2026-07-21T04:02:23.124" v="26" actId="255"/>
          <ac:spMkLst>
            <pc:docMk/>
            <pc:sldMk cId="0" sldId="259"/>
            <ac:spMk id="8" creationId="{00000000-0000-0000-0000-000000000000}"/>
          </ac:spMkLst>
        </pc:spChg>
        <pc:spChg chg="mod">
          <ac:chgData name="Suji V" userId="ba4636a1a2c3397c" providerId="LiveId" clId="{7C12D02F-33F7-4177-9DCD-72F547324B46}" dt="2026-07-21T04:01:13.027" v="17" actId="255"/>
          <ac:spMkLst>
            <pc:docMk/>
            <pc:sldMk cId="0" sldId="259"/>
            <ac:spMk id="9" creationId="{00000000-0000-0000-0000-000000000000}"/>
          </ac:spMkLst>
        </pc:spChg>
        <pc:spChg chg="mod">
          <ac:chgData name="Suji V" userId="ba4636a1a2c3397c" providerId="LiveId" clId="{7C12D02F-33F7-4177-9DCD-72F547324B46}" dt="2026-07-21T04:02:31.937" v="27" actId="255"/>
          <ac:spMkLst>
            <pc:docMk/>
            <pc:sldMk cId="0" sldId="259"/>
            <ac:spMk id="10" creationId="{00000000-0000-0000-0000-000000000000}"/>
          </ac:spMkLst>
        </pc:spChg>
        <pc:spChg chg="mod">
          <ac:chgData name="Suji V" userId="ba4636a1a2c3397c" providerId="LiveId" clId="{7C12D02F-33F7-4177-9DCD-72F547324B46}" dt="2026-07-21T04:02:43.344" v="29" actId="255"/>
          <ac:spMkLst>
            <pc:docMk/>
            <pc:sldMk cId="0" sldId="259"/>
            <ac:spMk id="12" creationId="{00000000-0000-0000-0000-000000000000}"/>
          </ac:spMkLst>
        </pc:spChg>
        <pc:spChg chg="mod">
          <ac:chgData name="Suji V" userId="ba4636a1a2c3397c" providerId="LiveId" clId="{7C12D02F-33F7-4177-9DCD-72F547324B46}" dt="2026-07-21T04:01:28.644" v="19" actId="255"/>
          <ac:spMkLst>
            <pc:docMk/>
            <pc:sldMk cId="0" sldId="259"/>
            <ac:spMk id="16" creationId="{00000000-0000-0000-0000-000000000000}"/>
          </ac:spMkLst>
        </pc:spChg>
        <pc:spChg chg="mod">
          <ac:chgData name="Suji V" userId="ba4636a1a2c3397c" providerId="LiveId" clId="{7C12D02F-33F7-4177-9DCD-72F547324B46}" dt="2026-07-21T04:01:59.823" v="23" actId="255"/>
          <ac:spMkLst>
            <pc:docMk/>
            <pc:sldMk cId="0" sldId="259"/>
            <ac:spMk id="17" creationId="{00000000-0000-0000-0000-000000000000}"/>
          </ac:spMkLst>
        </pc:spChg>
        <pc:spChg chg="mod">
          <ac:chgData name="Suji V" userId="ba4636a1a2c3397c" providerId="LiveId" clId="{7C12D02F-33F7-4177-9DCD-72F547324B46}" dt="2026-07-21T04:01:43.085" v="21" actId="255"/>
          <ac:spMkLst>
            <pc:docMk/>
            <pc:sldMk cId="0" sldId="259"/>
            <ac:spMk id="18" creationId="{00000000-0000-0000-0000-000000000000}"/>
          </ac:spMkLst>
        </pc:spChg>
        <pc:spChg chg="mod">
          <ac:chgData name="Suji V" userId="ba4636a1a2c3397c" providerId="LiveId" clId="{7C12D02F-33F7-4177-9DCD-72F547324B46}" dt="2026-07-21T04:02:18.293" v="25" actId="255"/>
          <ac:spMkLst>
            <pc:docMk/>
            <pc:sldMk cId="0" sldId="259"/>
            <ac:spMk id="19" creationId="{00000000-0000-0000-0000-000000000000}"/>
          </ac:spMkLst>
        </pc:spChg>
        <pc:spChg chg="mod">
          <ac:chgData name="Suji V" userId="ba4636a1a2c3397c" providerId="LiveId" clId="{7C12D02F-33F7-4177-9DCD-72F547324B46}" dt="2026-07-21T04:02:49.953" v="30" actId="255"/>
          <ac:spMkLst>
            <pc:docMk/>
            <pc:sldMk cId="0" sldId="259"/>
            <ac:spMk id="21" creationId="{00000000-0000-0000-0000-000000000000}"/>
          </ac:spMkLst>
        </pc:spChg>
      </pc:sldChg>
      <pc:sldChg chg="modSp mod">
        <pc:chgData name="Suji V" userId="ba4636a1a2c3397c" providerId="LiveId" clId="{7C12D02F-33F7-4177-9DCD-72F547324B46}" dt="2026-07-21T03:59:32.994" v="2" actId="20577"/>
        <pc:sldMkLst>
          <pc:docMk/>
          <pc:sldMk cId="0" sldId="260"/>
        </pc:sldMkLst>
        <pc:spChg chg="mod">
          <ac:chgData name="Suji V" userId="ba4636a1a2c3397c" providerId="LiveId" clId="{7C12D02F-33F7-4177-9DCD-72F547324B46}" dt="2026-07-21T03:59:32.994" v="2" actId="20577"/>
          <ac:spMkLst>
            <pc:docMk/>
            <pc:sldMk cId="0" sldId="260"/>
            <ac:spMk id="6" creationId="{00000000-0000-0000-0000-000000000000}"/>
          </ac:spMkLst>
        </pc:spChg>
      </pc:sldChg>
      <pc:sldChg chg="modSp add mod setBg">
        <pc:chgData name="Suji V" userId="ba4636a1a2c3397c" providerId="LiveId" clId="{7C12D02F-33F7-4177-9DCD-72F547324B46}" dt="2026-07-21T04:31:23.933" v="122" actId="255"/>
        <pc:sldMkLst>
          <pc:docMk/>
          <pc:sldMk cId="0" sldId="261"/>
        </pc:sldMkLst>
        <pc:spChg chg="mod">
          <ac:chgData name="Suji V" userId="ba4636a1a2c3397c" providerId="LiveId" clId="{7C12D02F-33F7-4177-9DCD-72F547324B46}" dt="2026-07-21T04:30:30.829" v="114" actId="255"/>
          <ac:spMkLst>
            <pc:docMk/>
            <pc:sldMk cId="0" sldId="261"/>
            <ac:spMk id="3" creationId="{00000000-0000-0000-0000-000000000000}"/>
          </ac:spMkLst>
        </pc:spChg>
        <pc:spChg chg="mod">
          <ac:chgData name="Suji V" userId="ba4636a1a2c3397c" providerId="LiveId" clId="{7C12D02F-33F7-4177-9DCD-72F547324B46}" dt="2026-07-21T04:30:50.293" v="116" actId="255"/>
          <ac:spMkLst>
            <pc:docMk/>
            <pc:sldMk cId="0" sldId="261"/>
            <ac:spMk id="7" creationId="{00000000-0000-0000-0000-000000000000}"/>
          </ac:spMkLst>
        </pc:spChg>
        <pc:spChg chg="mod">
          <ac:chgData name="Suji V" userId="ba4636a1a2c3397c" providerId="LiveId" clId="{7C12D02F-33F7-4177-9DCD-72F547324B46}" dt="2026-07-21T04:31:04.802" v="118" actId="255"/>
          <ac:spMkLst>
            <pc:docMk/>
            <pc:sldMk cId="0" sldId="261"/>
            <ac:spMk id="11" creationId="{00000000-0000-0000-0000-000000000000}"/>
          </ac:spMkLst>
        </pc:spChg>
        <pc:spChg chg="mod">
          <ac:chgData name="Suji V" userId="ba4636a1a2c3397c" providerId="LiveId" clId="{7C12D02F-33F7-4177-9DCD-72F547324B46}" dt="2026-07-21T04:31:13.302" v="120" actId="255"/>
          <ac:spMkLst>
            <pc:docMk/>
            <pc:sldMk cId="0" sldId="261"/>
            <ac:spMk id="15" creationId="{00000000-0000-0000-0000-000000000000}"/>
          </ac:spMkLst>
        </pc:spChg>
        <pc:spChg chg="mod">
          <ac:chgData name="Suji V" userId="ba4636a1a2c3397c" providerId="LiveId" clId="{7C12D02F-33F7-4177-9DCD-72F547324B46}" dt="2026-07-21T04:31:23.933" v="122" actId="255"/>
          <ac:spMkLst>
            <pc:docMk/>
            <pc:sldMk cId="0" sldId="261"/>
            <ac:spMk id="1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3387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Today I'll be presenting a comparison between file-based systems and DBMS, supported by real-life case studies from banking and healthcare. My name is Suji, this is for the Database Management Systems course, Assessment Tool 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file-based system stores data in separate files handled directly by each application. This creates four major problems: data redundancy, inconsistency, poor sharing between departments, and weak security with difficult maintenance. Let's see how DBMS solves these.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DBMS directly addresses each weakness: data independence with integrity constraints, redundancy control through centralized storage, safe concurrent access via ACID transactions, and strong security with built-in backup and recovery. Now let's see how this plays out in real banking and healthcare systems.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banking, file-based systems kept separate records per branch, allowing inconsistent balances and even overdraft fraud. With a centralized DBMS using ACID transactions — like Core Banking Solutions such as Finacle used by SBI — every branch sees one real-time, consistent view. In healthcare, file-based records were scattered, risking conflicting prescriptions. A DBMS-backed EHR system like Epic or AIIMS's e-Hospital gives instant, complete access to patient history, with integrity constraints catching dangerous drug interactions automatically.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file-based systems break down as data grows, due to redundancy, inconsistency, poor sharing, and weak security. DBMS solves all of these through centralized storage, integrity constraints, ACID transactions, and strong access control. Our banking and healthcare case studies show real-world proof — DBMS gives real-time, consistent, and secure data access. For any critical, growing, multi-user system, DBMS is clearly the better choice.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I'm happy to take any questions on the comparison or the case studies.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1495194" y="4892040"/>
            <a:ext cx="3840480" cy="3840480"/>
          </a:xfrm>
          <a:prstGeom prst="ellipse">
            <a:avLst/>
          </a:prstGeom>
          <a:solidFill>
            <a:srgbClr val="F4F6FA"/>
          </a:solidFill>
          <a:ln/>
        </p:spPr>
        <p:txBody>
          <a:bodyPr/>
          <a:lstStyle/>
          <a:p>
            <a:endParaRPr lang="en-IN"/>
          </a:p>
        </p:txBody>
      </p:sp>
      <p:sp>
        <p:nvSpPr>
          <p:cNvPr id="4" name="Text 2"/>
          <p:cNvSpPr/>
          <p:nvPr/>
        </p:nvSpPr>
        <p:spPr>
          <a:xfrm>
            <a:off x="822960" y="1417320"/>
            <a:ext cx="10515600" cy="411480"/>
          </a:xfrm>
          <a:prstGeom prst="rect">
            <a:avLst/>
          </a:prstGeom>
          <a:noFill/>
          <a:ln/>
        </p:spPr>
        <p:txBody>
          <a:bodyPr wrap="square" rtlCol="0" anchor="ctr"/>
          <a:lstStyle/>
          <a:p>
            <a:pPr marL="0" indent="0">
              <a:buNone/>
            </a:pPr>
            <a:r>
              <a:rPr lang="en-US" sz="1500" b="1" kern="0" spc="300" dirty="0">
                <a:solidFill>
                  <a:srgbClr val="C77D1E"/>
                </a:solidFill>
                <a:latin typeface="Calibri" pitchFamily="34" charset="0"/>
                <a:ea typeface="Calibri" pitchFamily="34" charset="-122"/>
                <a:cs typeface="Calibri" pitchFamily="34" charset="-120"/>
              </a:rPr>
              <a:t>DATABASE MANAGEMENT SYSTEMS</a:t>
            </a:r>
            <a:endParaRPr lang="en-US" sz="1500" dirty="0"/>
          </a:p>
        </p:txBody>
      </p:sp>
      <p:sp>
        <p:nvSpPr>
          <p:cNvPr id="5" name="Text 3"/>
          <p:cNvSpPr/>
          <p:nvPr/>
        </p:nvSpPr>
        <p:spPr>
          <a:xfrm>
            <a:off x="822960" y="1874520"/>
            <a:ext cx="10515600" cy="914400"/>
          </a:xfrm>
          <a:prstGeom prst="rect">
            <a:avLst/>
          </a:prstGeom>
          <a:noFill/>
          <a:ln/>
        </p:spPr>
        <p:txBody>
          <a:bodyPr wrap="square" rtlCol="0" anchor="ctr"/>
          <a:lstStyle/>
          <a:p>
            <a:pPr marL="0" indent="0">
              <a:buNone/>
            </a:pPr>
            <a:r>
              <a:rPr lang="en-US" sz="3800" b="1" dirty="0">
                <a:solidFill>
                  <a:srgbClr val="1B2A4A"/>
                </a:solidFill>
                <a:latin typeface="Calibri" pitchFamily="34" charset="0"/>
                <a:ea typeface="Calibri" pitchFamily="34" charset="-122"/>
                <a:cs typeface="Calibri" pitchFamily="34" charset="-120"/>
              </a:rPr>
              <a:t>File-Based Systems vs DBMS</a:t>
            </a:r>
            <a:endParaRPr lang="en-US" sz="3800" dirty="0"/>
          </a:p>
        </p:txBody>
      </p:sp>
      <p:sp>
        <p:nvSpPr>
          <p:cNvPr id="6" name="Text 4"/>
          <p:cNvSpPr/>
          <p:nvPr/>
        </p:nvSpPr>
        <p:spPr>
          <a:xfrm>
            <a:off x="822960" y="3069264"/>
            <a:ext cx="10058400" cy="1229405"/>
          </a:xfrm>
          <a:prstGeom prst="rect">
            <a:avLst/>
          </a:prstGeom>
          <a:noFill/>
          <a:ln/>
        </p:spPr>
        <p:txBody>
          <a:bodyPr wrap="square" rtlCol="0" anchor="ctr"/>
          <a:lstStyle/>
          <a:p>
            <a:pPr marL="0" indent="0">
              <a:buNone/>
            </a:pPr>
            <a:r>
              <a:rPr lang="en-US" sz="1700" i="1" dirty="0">
                <a:solidFill>
                  <a:srgbClr val="5B6270"/>
                </a:solidFill>
                <a:latin typeface="Calibri" pitchFamily="34" charset="0"/>
                <a:ea typeface="Calibri" pitchFamily="34" charset="-122"/>
                <a:cs typeface="Calibri" pitchFamily="34" charset="-120"/>
              </a:rPr>
              <a:t>A Comparative Study with Real-Life Case Studies from Banking &amp; Healthcare</a:t>
            </a:r>
          </a:p>
          <a:p>
            <a:pPr marL="0" indent="0">
              <a:buNone/>
            </a:pPr>
            <a:endParaRPr lang="en-US" sz="1700" i="1" dirty="0">
              <a:solidFill>
                <a:srgbClr val="5B6270"/>
              </a:solidFill>
              <a:latin typeface="Calibri" pitchFamily="34" charset="0"/>
              <a:ea typeface="Calibri" pitchFamily="34" charset="-122"/>
              <a:cs typeface="Calibri" pitchFamily="34" charset="-120"/>
            </a:endParaRPr>
          </a:p>
          <a:p>
            <a:pPr marL="0" indent="0">
              <a:buNone/>
            </a:pPr>
            <a:endParaRPr lang="en-US" sz="1700" i="1" dirty="0">
              <a:solidFill>
                <a:srgbClr val="5B6270"/>
              </a:solidFill>
              <a:latin typeface="Calibri" pitchFamily="34" charset="0"/>
              <a:ea typeface="Calibri" pitchFamily="34" charset="-122"/>
              <a:cs typeface="Calibri" pitchFamily="34" charset="-120"/>
            </a:endParaRPr>
          </a:p>
          <a:p>
            <a:pPr marL="0" indent="0">
              <a:buNone/>
            </a:pPr>
            <a:r>
              <a:rPr lang="en-US" sz="1700" i="1" dirty="0">
                <a:solidFill>
                  <a:srgbClr val="5B6270"/>
                </a:solidFill>
                <a:latin typeface="Calibri" pitchFamily="34" charset="0"/>
                <a:ea typeface="Calibri" pitchFamily="34" charset="-122"/>
                <a:cs typeface="Calibri" pitchFamily="34" charset="-120"/>
              </a:rPr>
              <a:t>COURSE CODE – CSA0508</a:t>
            </a:r>
          </a:p>
          <a:p>
            <a:pPr marL="0" indent="0">
              <a:buNone/>
            </a:pPr>
            <a:endParaRPr lang="en-US" sz="1700" i="1" dirty="0">
              <a:solidFill>
                <a:srgbClr val="5B6270"/>
              </a:solidFill>
              <a:latin typeface="Calibri" pitchFamily="34" charset="0"/>
              <a:ea typeface="Calibri" pitchFamily="34" charset="-122"/>
              <a:cs typeface="Calibri" pitchFamily="34" charset="-120"/>
            </a:endParaRPr>
          </a:p>
          <a:p>
            <a:pPr marL="0" indent="0">
              <a:buNone/>
            </a:pPr>
            <a:endParaRPr lang="en-US" sz="1700" i="1" dirty="0">
              <a:solidFill>
                <a:srgbClr val="5B6270"/>
              </a:solidFill>
              <a:latin typeface="Calibri" pitchFamily="34" charset="0"/>
              <a:ea typeface="Calibri" pitchFamily="34" charset="-122"/>
              <a:cs typeface="Calibri" pitchFamily="34" charset="-120"/>
            </a:endParaRPr>
          </a:p>
          <a:p>
            <a:pPr marL="0" indent="0">
              <a:buNone/>
            </a:pPr>
            <a:endParaRPr lang="en-US" sz="1700" dirty="0"/>
          </a:p>
        </p:txBody>
      </p:sp>
      <p:sp>
        <p:nvSpPr>
          <p:cNvPr id="7" name="Shape 5"/>
          <p:cNvSpPr/>
          <p:nvPr/>
        </p:nvSpPr>
        <p:spPr>
          <a:xfrm>
            <a:off x="822960" y="4480560"/>
            <a:ext cx="2743200" cy="0"/>
          </a:xfrm>
          <a:prstGeom prst="line">
            <a:avLst/>
          </a:prstGeom>
          <a:noFill/>
          <a:ln w="25400">
            <a:solidFill>
              <a:srgbClr val="C77D1E"/>
            </a:solidFill>
            <a:prstDash val="solid"/>
          </a:ln>
        </p:spPr>
        <p:txBody>
          <a:bodyPr/>
          <a:lstStyle/>
          <a:p>
            <a:endParaRPr lang="en-IN"/>
          </a:p>
        </p:txBody>
      </p:sp>
      <p:sp>
        <p:nvSpPr>
          <p:cNvPr id="8" name="Text 6"/>
          <p:cNvSpPr/>
          <p:nvPr/>
        </p:nvSpPr>
        <p:spPr>
          <a:xfrm>
            <a:off x="822959" y="4709159"/>
            <a:ext cx="6462095" cy="1229409"/>
          </a:xfrm>
          <a:prstGeom prst="rect">
            <a:avLst/>
          </a:prstGeom>
          <a:noFill/>
          <a:ln/>
        </p:spPr>
        <p:txBody>
          <a:bodyPr wrap="square" rtlCol="0" anchor="ctr"/>
          <a:lstStyle/>
          <a:p>
            <a:pPr marL="0" indent="0">
              <a:buNone/>
            </a:pPr>
            <a:r>
              <a:rPr lang="en-US" sz="2000" b="1" dirty="0">
                <a:solidFill>
                  <a:srgbClr val="1B2A4A"/>
                </a:solidFill>
                <a:latin typeface="Calibri" pitchFamily="34" charset="0"/>
                <a:ea typeface="Calibri" pitchFamily="34" charset="-122"/>
                <a:cs typeface="Calibri" pitchFamily="34" charset="-120"/>
              </a:rPr>
              <a:t>Presented by: V. Sujithra</a:t>
            </a:r>
          </a:p>
          <a:p>
            <a:pPr marL="0" indent="0">
              <a:buNone/>
            </a:pPr>
            <a:r>
              <a:rPr lang="en-US" sz="2000" b="1" dirty="0">
                <a:solidFill>
                  <a:srgbClr val="1B2A4A"/>
                </a:solidFill>
                <a:latin typeface="Calibri" pitchFamily="34" charset="0"/>
                <a:ea typeface="Calibri" pitchFamily="34" charset="-122"/>
                <a:cs typeface="Calibri" pitchFamily="34" charset="-120"/>
              </a:rPr>
              <a:t>Reg No: 192521445</a:t>
            </a:r>
            <a:endParaRPr lang="en-US" sz="2000" dirty="0"/>
          </a:p>
        </p:txBody>
      </p:sp>
      <p:sp>
        <p:nvSpPr>
          <p:cNvPr id="9" name="Text 7"/>
          <p:cNvSpPr/>
          <p:nvPr/>
        </p:nvSpPr>
        <p:spPr>
          <a:xfrm>
            <a:off x="822960" y="5120640"/>
            <a:ext cx="7315200" cy="365760"/>
          </a:xfrm>
          <a:prstGeom prst="rect">
            <a:avLst/>
          </a:prstGeom>
          <a:noFill/>
          <a:ln/>
        </p:spPr>
        <p:txBody>
          <a:bodyPr wrap="square" rtlCol="0" anchor="ctr"/>
          <a:lstStyle/>
          <a:p>
            <a:pPr marL="0" indent="0">
              <a:buNone/>
            </a:pPr>
            <a:endParaRPr lang="en-US" sz="1300" dirty="0"/>
          </a:p>
        </p:txBody>
      </p:sp>
      <p:sp>
        <p:nvSpPr>
          <p:cNvPr id="10" name="Text 8"/>
          <p:cNvSpPr/>
          <p:nvPr/>
        </p:nvSpPr>
        <p:spPr>
          <a:xfrm>
            <a:off x="822960" y="5468112"/>
            <a:ext cx="7315200" cy="365760"/>
          </a:xfrm>
          <a:prstGeom prst="rect">
            <a:avLst/>
          </a:prstGeom>
          <a:noFill/>
          <a:ln/>
        </p:spPr>
        <p:txBody>
          <a:bodyPr wrap="square" rtlCol="0" anchor="ctr"/>
          <a:lstStyle/>
          <a:p>
            <a:pPr marL="0" indent="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What is a File-Based System?</a:t>
            </a:r>
            <a:endParaRPr lang="en-US" sz="2800" dirty="0"/>
          </a:p>
        </p:txBody>
      </p:sp>
      <p:sp>
        <p:nvSpPr>
          <p:cNvPr id="3" name="Text 1"/>
          <p:cNvSpPr/>
          <p:nvPr/>
        </p:nvSpPr>
        <p:spPr>
          <a:xfrm>
            <a:off x="640080" y="1051560"/>
            <a:ext cx="10515600" cy="365760"/>
          </a:xfrm>
          <a:prstGeom prst="rect">
            <a:avLst/>
          </a:prstGeom>
          <a:noFill/>
          <a:ln/>
        </p:spPr>
        <p:txBody>
          <a:bodyPr wrap="square" rtlCol="0" anchor="ctr"/>
          <a:lstStyle/>
          <a:p>
            <a:pPr marL="0" indent="0">
              <a:buNone/>
            </a:pPr>
            <a:r>
              <a:rPr lang="en-US" i="1" dirty="0">
                <a:solidFill>
                  <a:srgbClr val="5B6270"/>
                </a:solidFill>
                <a:latin typeface="Times New Roman" panose="02020603050405020304" pitchFamily="18" charset="0"/>
                <a:ea typeface="Calibri" pitchFamily="34" charset="-122"/>
                <a:cs typeface="Times New Roman" panose="02020603050405020304" pitchFamily="18" charset="0"/>
              </a:rPr>
              <a:t>Data stored in separate flat files, managed directly by application programs</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822960" y="1920240"/>
            <a:ext cx="10515600" cy="914400"/>
          </a:xfrm>
          <a:prstGeom prst="roundRect">
            <a:avLst>
              <a:gd name="adj" fmla="val 8000"/>
            </a:avLst>
          </a:prstGeom>
          <a:solidFill>
            <a:srgbClr val="F4F6FA"/>
          </a:solidFill>
          <a:ln/>
        </p:spPr>
        <p:txBody>
          <a:bodyPr/>
          <a:lstStyle/>
          <a:p>
            <a:endParaRPr lang="en-IN"/>
          </a:p>
        </p:txBody>
      </p:sp>
      <p:sp>
        <p:nvSpPr>
          <p:cNvPr id="5" name="Shape 3"/>
          <p:cNvSpPr/>
          <p:nvPr/>
        </p:nvSpPr>
        <p:spPr>
          <a:xfrm>
            <a:off x="987552" y="2084832"/>
            <a:ext cx="585216" cy="585216"/>
          </a:xfrm>
          <a:prstGeom prst="roundRect">
            <a:avLst>
              <a:gd name="adj" fmla="val 12500"/>
            </a:avLst>
          </a:prstGeom>
          <a:solidFill>
            <a:srgbClr val="C0392B"/>
          </a:solidFill>
          <a:ln/>
        </p:spPr>
        <p:txBody>
          <a:bodyPr/>
          <a:lstStyle/>
          <a:p>
            <a:endParaRPr lang="en-IN"/>
          </a:p>
        </p:txBody>
      </p:sp>
      <p:sp>
        <p:nvSpPr>
          <p:cNvPr id="6" name="Text 4"/>
          <p:cNvSpPr/>
          <p:nvPr/>
        </p:nvSpPr>
        <p:spPr>
          <a:xfrm>
            <a:off x="987552" y="2084832"/>
            <a:ext cx="585216" cy="58521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1783080" y="2029968"/>
            <a:ext cx="9326880" cy="365760"/>
          </a:xfrm>
          <a:prstGeom prst="rect">
            <a:avLst/>
          </a:prstGeom>
          <a:noFill/>
          <a:ln/>
        </p:spPr>
        <p:txBody>
          <a:bodyPr wrap="square" rtlCol="0" anchor="ctr"/>
          <a:lstStyle/>
          <a:p>
            <a:pPr marL="0" indent="0">
              <a:buNone/>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Data Redundancy</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1783080" y="2377440"/>
            <a:ext cx="9326880" cy="384048"/>
          </a:xfrm>
          <a:prstGeom prst="rect">
            <a:avLst/>
          </a:prstGeom>
          <a:noFill/>
          <a:ln/>
        </p:spPr>
        <p:txBody>
          <a:bodyPr wrap="square" rtlCol="0" anchor="ctr"/>
          <a:lstStyle/>
          <a:p>
            <a:pPr marL="0" indent="0">
              <a:buNone/>
            </a:pPr>
            <a:r>
              <a:rPr lang="en-US" dirty="0">
                <a:solidFill>
                  <a:srgbClr val="5B6270"/>
                </a:solidFill>
                <a:latin typeface="Times New Roman" panose="02020603050405020304" pitchFamily="18" charset="0"/>
                <a:ea typeface="Calibri" pitchFamily="34" charset="-122"/>
                <a:cs typeface="Times New Roman" panose="02020603050405020304" pitchFamily="18" charset="0"/>
              </a:rPr>
              <a:t>Same data duplicated across multiple files and departments</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822960" y="3090672"/>
            <a:ext cx="10515600" cy="914400"/>
          </a:xfrm>
          <a:prstGeom prst="roundRect">
            <a:avLst>
              <a:gd name="adj" fmla="val 8000"/>
            </a:avLst>
          </a:prstGeom>
          <a:solidFill>
            <a:srgbClr val="F4F6FA"/>
          </a:solidFill>
          <a:ln/>
        </p:spPr>
        <p:txBody>
          <a:bodyPr/>
          <a:lstStyle/>
          <a:p>
            <a:endParaRPr lang="en-IN"/>
          </a:p>
        </p:txBody>
      </p:sp>
      <p:sp>
        <p:nvSpPr>
          <p:cNvPr id="10" name="Shape 8"/>
          <p:cNvSpPr/>
          <p:nvPr/>
        </p:nvSpPr>
        <p:spPr>
          <a:xfrm>
            <a:off x="987552" y="3255264"/>
            <a:ext cx="585216" cy="585216"/>
          </a:xfrm>
          <a:prstGeom prst="roundRect">
            <a:avLst>
              <a:gd name="adj" fmla="val 12500"/>
            </a:avLst>
          </a:prstGeom>
          <a:solidFill>
            <a:srgbClr val="C0392B"/>
          </a:solidFill>
          <a:ln/>
        </p:spPr>
        <p:txBody>
          <a:bodyPr/>
          <a:lstStyle/>
          <a:p>
            <a:endParaRPr lang="en-IN"/>
          </a:p>
        </p:txBody>
      </p:sp>
      <p:sp>
        <p:nvSpPr>
          <p:cNvPr id="11" name="Text 9"/>
          <p:cNvSpPr/>
          <p:nvPr/>
        </p:nvSpPr>
        <p:spPr>
          <a:xfrm>
            <a:off x="987552" y="3255264"/>
            <a:ext cx="585216" cy="58521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783080" y="3200400"/>
            <a:ext cx="9326880" cy="365760"/>
          </a:xfrm>
          <a:prstGeom prst="rect">
            <a:avLst/>
          </a:prstGeom>
          <a:noFill/>
          <a:ln/>
        </p:spPr>
        <p:txBody>
          <a:bodyPr wrap="square" rtlCol="0" anchor="ctr"/>
          <a:lstStyle/>
          <a:p>
            <a:pPr marL="0" indent="0">
              <a:buNone/>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Data Inconsistency</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1783080" y="3547872"/>
            <a:ext cx="9326880" cy="384048"/>
          </a:xfrm>
          <a:prstGeom prst="rect">
            <a:avLst/>
          </a:prstGeom>
          <a:noFill/>
          <a:ln/>
        </p:spPr>
        <p:txBody>
          <a:bodyPr wrap="square" rtlCol="0" anchor="ctr"/>
          <a:lstStyle/>
          <a:p>
            <a:pPr marL="0" indent="0">
              <a:buNone/>
            </a:pPr>
            <a:r>
              <a:rPr lang="en-US" dirty="0">
                <a:solidFill>
                  <a:srgbClr val="5B6270"/>
                </a:solidFill>
                <a:latin typeface="Times New Roman" panose="02020603050405020304" pitchFamily="18" charset="0"/>
                <a:ea typeface="Calibri" pitchFamily="34" charset="-122"/>
                <a:cs typeface="Times New Roman" panose="02020603050405020304" pitchFamily="18" charset="0"/>
              </a:rPr>
              <a:t>Updating one copy doesn't update others — records fall out of sync</a:t>
            </a:r>
            <a:endParaRPr lang="en-US" dirty="0">
              <a:latin typeface="Times New Roman" panose="02020603050405020304" pitchFamily="18" charset="0"/>
              <a:cs typeface="Times New Roman" panose="02020603050405020304" pitchFamily="18" charset="0"/>
            </a:endParaRPr>
          </a:p>
        </p:txBody>
      </p:sp>
      <p:sp>
        <p:nvSpPr>
          <p:cNvPr id="14" name="Shape 12"/>
          <p:cNvSpPr/>
          <p:nvPr/>
        </p:nvSpPr>
        <p:spPr>
          <a:xfrm>
            <a:off x="822960" y="4261104"/>
            <a:ext cx="10515600" cy="914400"/>
          </a:xfrm>
          <a:prstGeom prst="roundRect">
            <a:avLst>
              <a:gd name="adj" fmla="val 8000"/>
            </a:avLst>
          </a:prstGeom>
          <a:solidFill>
            <a:srgbClr val="F4F6FA"/>
          </a:solidFill>
          <a:ln/>
        </p:spPr>
        <p:txBody>
          <a:bodyPr/>
          <a:lstStyle/>
          <a:p>
            <a:endParaRPr lang="en-IN"/>
          </a:p>
        </p:txBody>
      </p:sp>
      <p:sp>
        <p:nvSpPr>
          <p:cNvPr id="15" name="Shape 13"/>
          <p:cNvSpPr/>
          <p:nvPr/>
        </p:nvSpPr>
        <p:spPr>
          <a:xfrm>
            <a:off x="987552" y="4425696"/>
            <a:ext cx="585216" cy="585216"/>
          </a:xfrm>
          <a:prstGeom prst="roundRect">
            <a:avLst>
              <a:gd name="adj" fmla="val 12500"/>
            </a:avLst>
          </a:prstGeom>
          <a:solidFill>
            <a:srgbClr val="C0392B"/>
          </a:solidFill>
          <a:ln/>
        </p:spPr>
        <p:txBody>
          <a:bodyPr/>
          <a:lstStyle/>
          <a:p>
            <a:endParaRPr lang="en-IN"/>
          </a:p>
        </p:txBody>
      </p:sp>
      <p:sp>
        <p:nvSpPr>
          <p:cNvPr id="16" name="Text 14"/>
          <p:cNvSpPr/>
          <p:nvPr/>
        </p:nvSpPr>
        <p:spPr>
          <a:xfrm>
            <a:off x="987552" y="4425696"/>
            <a:ext cx="585216" cy="58521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783080" y="4370832"/>
            <a:ext cx="9326880" cy="365760"/>
          </a:xfrm>
          <a:prstGeom prst="rect">
            <a:avLst/>
          </a:prstGeom>
          <a:noFill/>
          <a:ln/>
        </p:spPr>
        <p:txBody>
          <a:bodyPr wrap="square" rtlCol="0" anchor="ctr"/>
          <a:lstStyle/>
          <a:p>
            <a:pPr marL="0" indent="0">
              <a:buNone/>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Poor Data Sharing</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1783080" y="4718304"/>
            <a:ext cx="9326880" cy="384048"/>
          </a:xfrm>
          <a:prstGeom prst="rect">
            <a:avLst/>
          </a:prstGeom>
          <a:noFill/>
          <a:ln/>
        </p:spPr>
        <p:txBody>
          <a:bodyPr wrap="square" rtlCol="0" anchor="ctr"/>
          <a:lstStyle/>
          <a:p>
            <a:pPr marL="0" indent="0">
              <a:buNone/>
            </a:pPr>
            <a:r>
              <a:rPr lang="en-US" dirty="0">
                <a:solidFill>
                  <a:srgbClr val="5B6270"/>
                </a:solidFill>
                <a:latin typeface="Times New Roman" panose="02020603050405020304" pitchFamily="18" charset="0"/>
                <a:ea typeface="Calibri" pitchFamily="34" charset="-122"/>
                <a:cs typeface="Times New Roman" panose="02020603050405020304" pitchFamily="18" charset="0"/>
              </a:rPr>
              <a:t>Each application owns its files; cross-department access is difficult</a:t>
            </a:r>
            <a:endParaRPr lang="en-US" dirty="0">
              <a:latin typeface="Times New Roman" panose="02020603050405020304" pitchFamily="18" charset="0"/>
              <a:cs typeface="Times New Roman" panose="02020603050405020304" pitchFamily="18" charset="0"/>
            </a:endParaRPr>
          </a:p>
        </p:txBody>
      </p:sp>
      <p:sp>
        <p:nvSpPr>
          <p:cNvPr id="19" name="Shape 17"/>
          <p:cNvSpPr/>
          <p:nvPr/>
        </p:nvSpPr>
        <p:spPr>
          <a:xfrm>
            <a:off x="822960" y="5431536"/>
            <a:ext cx="10515600" cy="914400"/>
          </a:xfrm>
          <a:prstGeom prst="roundRect">
            <a:avLst>
              <a:gd name="adj" fmla="val 8000"/>
            </a:avLst>
          </a:prstGeom>
          <a:solidFill>
            <a:srgbClr val="F4F6FA"/>
          </a:solidFill>
          <a:ln/>
        </p:spPr>
        <p:txBody>
          <a:bodyPr/>
          <a:lstStyle/>
          <a:p>
            <a:endParaRPr lang="en-IN"/>
          </a:p>
        </p:txBody>
      </p:sp>
      <p:sp>
        <p:nvSpPr>
          <p:cNvPr id="20" name="Shape 18"/>
          <p:cNvSpPr/>
          <p:nvPr/>
        </p:nvSpPr>
        <p:spPr>
          <a:xfrm>
            <a:off x="987552" y="5596128"/>
            <a:ext cx="585216" cy="585216"/>
          </a:xfrm>
          <a:prstGeom prst="roundRect">
            <a:avLst>
              <a:gd name="adj" fmla="val 12500"/>
            </a:avLst>
          </a:prstGeom>
          <a:solidFill>
            <a:srgbClr val="C0392B"/>
          </a:solidFill>
          <a:ln/>
        </p:spPr>
        <p:txBody>
          <a:bodyPr/>
          <a:lstStyle/>
          <a:p>
            <a:endParaRPr lang="en-IN"/>
          </a:p>
        </p:txBody>
      </p:sp>
      <p:sp>
        <p:nvSpPr>
          <p:cNvPr id="21" name="Text 19"/>
          <p:cNvSpPr/>
          <p:nvPr/>
        </p:nvSpPr>
        <p:spPr>
          <a:xfrm>
            <a:off x="987552" y="5596128"/>
            <a:ext cx="585216" cy="585216"/>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20"/>
          <p:cNvSpPr/>
          <p:nvPr/>
        </p:nvSpPr>
        <p:spPr>
          <a:xfrm>
            <a:off x="1783080" y="5541264"/>
            <a:ext cx="9326880" cy="365760"/>
          </a:xfrm>
          <a:prstGeom prst="rect">
            <a:avLst/>
          </a:prstGeom>
          <a:noFill/>
          <a:ln/>
        </p:spPr>
        <p:txBody>
          <a:bodyPr wrap="square" rtlCol="0" anchor="ctr"/>
          <a:lstStyle/>
          <a:p>
            <a:pPr marL="0" indent="0">
              <a:buNone/>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Weak Security &amp; Maintenance</a:t>
            </a:r>
            <a:endParaRPr lang="en-US" sz="2000" dirty="0">
              <a:latin typeface="Times New Roman" panose="02020603050405020304" pitchFamily="18" charset="0"/>
              <a:cs typeface="Times New Roman" panose="02020603050405020304" pitchFamily="18" charset="0"/>
            </a:endParaRPr>
          </a:p>
        </p:txBody>
      </p:sp>
      <p:sp>
        <p:nvSpPr>
          <p:cNvPr id="23" name="Text 21"/>
          <p:cNvSpPr/>
          <p:nvPr/>
        </p:nvSpPr>
        <p:spPr>
          <a:xfrm>
            <a:off x="1783080" y="5888736"/>
            <a:ext cx="9326880" cy="384048"/>
          </a:xfrm>
          <a:prstGeom prst="rect">
            <a:avLst/>
          </a:prstGeom>
          <a:noFill/>
          <a:ln/>
        </p:spPr>
        <p:txBody>
          <a:bodyPr wrap="square" rtlCol="0" anchor="ctr"/>
          <a:lstStyle/>
          <a:p>
            <a:pPr marL="0" indent="0">
              <a:buNone/>
            </a:pPr>
            <a:r>
              <a:rPr lang="en-US" dirty="0">
                <a:solidFill>
                  <a:srgbClr val="5B6270"/>
                </a:solidFill>
                <a:latin typeface="Times New Roman" panose="02020603050405020304" pitchFamily="18" charset="0"/>
                <a:ea typeface="Calibri" pitchFamily="34" charset="-122"/>
                <a:cs typeface="Times New Roman" panose="02020603050405020304" pitchFamily="18" charset="0"/>
              </a:rPr>
              <a:t>Access control is per file, not per field; structure changes need code rewrites</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How DBMS Solves These Problems</a:t>
            </a:r>
            <a:endParaRPr lang="en-US" sz="2800" dirty="0"/>
          </a:p>
        </p:txBody>
      </p:sp>
      <p:sp>
        <p:nvSpPr>
          <p:cNvPr id="3" name="Text 1"/>
          <p:cNvSpPr/>
          <p:nvPr/>
        </p:nvSpPr>
        <p:spPr>
          <a:xfrm>
            <a:off x="640080" y="1051560"/>
            <a:ext cx="10515600" cy="365760"/>
          </a:xfrm>
          <a:prstGeom prst="rect">
            <a:avLst/>
          </a:prstGeom>
          <a:noFill/>
          <a:ln/>
        </p:spPr>
        <p:txBody>
          <a:bodyPr wrap="square" rtlCol="0" anchor="ctr"/>
          <a:lstStyle/>
          <a:p>
            <a:pPr marL="0" indent="0">
              <a:buNone/>
            </a:pPr>
            <a:r>
              <a:rPr lang="en-US" i="1" dirty="0">
                <a:solidFill>
                  <a:srgbClr val="5B6270"/>
                </a:solidFill>
                <a:latin typeface="Times New Roman" panose="02020603050405020304" pitchFamily="18" charset="0"/>
                <a:ea typeface="Calibri" pitchFamily="34" charset="-122"/>
                <a:cs typeface="Times New Roman" panose="02020603050405020304" pitchFamily="18" charset="0"/>
              </a:rPr>
              <a:t>A centralized system that manages data as a shared, controlled resource</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822960" y="1920240"/>
            <a:ext cx="10515600" cy="914400"/>
          </a:xfrm>
          <a:prstGeom prst="roundRect">
            <a:avLst>
              <a:gd name="adj" fmla="val 8000"/>
            </a:avLst>
          </a:prstGeom>
          <a:solidFill>
            <a:srgbClr val="F4F6FA"/>
          </a:solidFill>
          <a:ln/>
        </p:spPr>
        <p:txBody>
          <a:bodyPr/>
          <a:lstStyle/>
          <a:p>
            <a:endParaRPr lang="en-IN"/>
          </a:p>
        </p:txBody>
      </p:sp>
      <p:sp>
        <p:nvSpPr>
          <p:cNvPr id="5" name="Shape 3"/>
          <p:cNvSpPr/>
          <p:nvPr/>
        </p:nvSpPr>
        <p:spPr>
          <a:xfrm>
            <a:off x="987552" y="2084832"/>
            <a:ext cx="585216" cy="585216"/>
          </a:xfrm>
          <a:prstGeom prst="roundRect">
            <a:avLst>
              <a:gd name="adj" fmla="val 12500"/>
            </a:avLst>
          </a:prstGeom>
          <a:solidFill>
            <a:srgbClr val="1E7A46"/>
          </a:solidFill>
          <a:ln/>
        </p:spPr>
        <p:txBody>
          <a:bodyPr/>
          <a:lstStyle/>
          <a:p>
            <a:endParaRPr lang="en-IN"/>
          </a:p>
        </p:txBody>
      </p:sp>
      <p:sp>
        <p:nvSpPr>
          <p:cNvPr id="6" name="Text 4"/>
          <p:cNvSpPr/>
          <p:nvPr/>
        </p:nvSpPr>
        <p:spPr>
          <a:xfrm>
            <a:off x="987552" y="2084832"/>
            <a:ext cx="585216" cy="58521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783080" y="2029968"/>
            <a:ext cx="9326880" cy="365760"/>
          </a:xfrm>
          <a:prstGeom prst="rect">
            <a:avLst/>
          </a:prstGeom>
          <a:noFill/>
          <a:ln/>
        </p:spPr>
        <p:txBody>
          <a:bodyPr wrap="square" rtlCol="0" anchor="ctr"/>
          <a:lstStyle/>
          <a:p>
            <a:pPr marL="0" indent="0">
              <a:buNone/>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Data Independence &amp; Integrity</a:t>
            </a:r>
            <a:endParaRPr lang="en-US" sz="2000" dirty="0">
              <a:latin typeface="Times New Roman" panose="02020603050405020304" pitchFamily="18" charset="0"/>
              <a:cs typeface="Times New Roman" panose="02020603050405020304" pitchFamily="18" charset="0"/>
            </a:endParaRPr>
          </a:p>
        </p:txBody>
      </p:sp>
      <p:sp>
        <p:nvSpPr>
          <p:cNvPr id="8" name="Text 6"/>
          <p:cNvSpPr/>
          <p:nvPr/>
        </p:nvSpPr>
        <p:spPr>
          <a:xfrm>
            <a:off x="1783080" y="2377440"/>
            <a:ext cx="9326880" cy="384048"/>
          </a:xfrm>
          <a:prstGeom prst="rect">
            <a:avLst/>
          </a:prstGeom>
          <a:noFill/>
          <a:ln/>
        </p:spPr>
        <p:txBody>
          <a:bodyPr wrap="square" rtlCol="0" anchor="ctr"/>
          <a:lstStyle/>
          <a:p>
            <a:pPr marL="0" indent="0">
              <a:buNone/>
            </a:pPr>
            <a:r>
              <a:rPr lang="en-US" dirty="0">
                <a:solidFill>
                  <a:srgbClr val="5B6270"/>
                </a:solidFill>
                <a:latin typeface="Times New Roman" panose="02020603050405020304" pitchFamily="18" charset="0"/>
                <a:ea typeface="Calibri" pitchFamily="34" charset="-122"/>
                <a:cs typeface="Times New Roman" panose="02020603050405020304" pitchFamily="18" charset="0"/>
              </a:rPr>
              <a:t>Storage structure is separate from applications; constraints keep data accurate</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822960" y="3090672"/>
            <a:ext cx="10515600" cy="914400"/>
          </a:xfrm>
          <a:prstGeom prst="roundRect">
            <a:avLst>
              <a:gd name="adj" fmla="val 8000"/>
            </a:avLst>
          </a:prstGeom>
          <a:solidFill>
            <a:srgbClr val="F4F6FA"/>
          </a:solidFill>
          <a:ln/>
        </p:spPr>
        <p:txBody>
          <a:bodyPr/>
          <a:lstStyle/>
          <a:p>
            <a:endParaRPr lang="en-IN"/>
          </a:p>
        </p:txBody>
      </p:sp>
      <p:sp>
        <p:nvSpPr>
          <p:cNvPr id="10" name="Shape 8"/>
          <p:cNvSpPr/>
          <p:nvPr/>
        </p:nvSpPr>
        <p:spPr>
          <a:xfrm>
            <a:off x="987552" y="3255264"/>
            <a:ext cx="585216" cy="585216"/>
          </a:xfrm>
          <a:prstGeom prst="roundRect">
            <a:avLst>
              <a:gd name="adj" fmla="val 12500"/>
            </a:avLst>
          </a:prstGeom>
          <a:solidFill>
            <a:srgbClr val="1E7A46"/>
          </a:solidFill>
          <a:ln/>
        </p:spPr>
        <p:txBody>
          <a:bodyPr/>
          <a:lstStyle/>
          <a:p>
            <a:endParaRPr lang="en-IN"/>
          </a:p>
        </p:txBody>
      </p:sp>
      <p:sp>
        <p:nvSpPr>
          <p:cNvPr id="11" name="Text 9"/>
          <p:cNvSpPr/>
          <p:nvPr/>
        </p:nvSpPr>
        <p:spPr>
          <a:xfrm>
            <a:off x="987552" y="3255264"/>
            <a:ext cx="585216" cy="58521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1783080" y="3200400"/>
            <a:ext cx="9326880" cy="365760"/>
          </a:xfrm>
          <a:prstGeom prst="rect">
            <a:avLst/>
          </a:prstGeom>
          <a:noFill/>
          <a:ln/>
        </p:spPr>
        <p:txBody>
          <a:bodyPr wrap="square" rtlCol="0" anchor="ctr"/>
          <a:lstStyle/>
          <a:p>
            <a:pPr marL="0" indent="0">
              <a:buNone/>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Redundancy Control</a:t>
            </a:r>
            <a:endParaRPr lang="en-US" sz="2000" dirty="0">
              <a:latin typeface="Times New Roman" panose="02020603050405020304" pitchFamily="18" charset="0"/>
              <a:cs typeface="Times New Roman" panose="02020603050405020304" pitchFamily="18" charset="0"/>
            </a:endParaRPr>
          </a:p>
        </p:txBody>
      </p:sp>
      <p:sp>
        <p:nvSpPr>
          <p:cNvPr id="13" name="Text 11"/>
          <p:cNvSpPr/>
          <p:nvPr/>
        </p:nvSpPr>
        <p:spPr>
          <a:xfrm>
            <a:off x="1783080" y="3547872"/>
            <a:ext cx="9326880" cy="384048"/>
          </a:xfrm>
          <a:prstGeom prst="rect">
            <a:avLst/>
          </a:prstGeom>
          <a:noFill/>
          <a:ln/>
        </p:spPr>
        <p:txBody>
          <a:bodyPr wrap="square" rtlCol="0" anchor="ctr"/>
          <a:lstStyle/>
          <a:p>
            <a:pPr marL="0" indent="0">
              <a:buNone/>
            </a:pPr>
            <a:r>
              <a:rPr lang="en-US" dirty="0">
                <a:solidFill>
                  <a:srgbClr val="5B6270"/>
                </a:solidFill>
                <a:latin typeface="Times New Roman" panose="02020603050405020304" pitchFamily="18" charset="0"/>
                <a:ea typeface="Calibri" pitchFamily="34" charset="-122"/>
                <a:cs typeface="Times New Roman" panose="02020603050405020304" pitchFamily="18" charset="0"/>
              </a:rPr>
              <a:t>Centralized storage — each fact is stored once and shared everywhere</a:t>
            </a:r>
            <a:endParaRPr lang="en-US" dirty="0">
              <a:latin typeface="Times New Roman" panose="02020603050405020304" pitchFamily="18" charset="0"/>
              <a:cs typeface="Times New Roman" panose="02020603050405020304" pitchFamily="18" charset="0"/>
            </a:endParaRPr>
          </a:p>
        </p:txBody>
      </p:sp>
      <p:sp>
        <p:nvSpPr>
          <p:cNvPr id="14" name="Shape 12"/>
          <p:cNvSpPr/>
          <p:nvPr/>
        </p:nvSpPr>
        <p:spPr>
          <a:xfrm>
            <a:off x="822960" y="4261104"/>
            <a:ext cx="10515600" cy="914400"/>
          </a:xfrm>
          <a:prstGeom prst="roundRect">
            <a:avLst>
              <a:gd name="adj" fmla="val 8000"/>
            </a:avLst>
          </a:prstGeom>
          <a:solidFill>
            <a:srgbClr val="F4F6FA"/>
          </a:solidFill>
          <a:ln/>
        </p:spPr>
        <p:txBody>
          <a:bodyPr/>
          <a:lstStyle/>
          <a:p>
            <a:endParaRPr lang="en-IN"/>
          </a:p>
        </p:txBody>
      </p:sp>
      <p:sp>
        <p:nvSpPr>
          <p:cNvPr id="15" name="Shape 13"/>
          <p:cNvSpPr/>
          <p:nvPr/>
        </p:nvSpPr>
        <p:spPr>
          <a:xfrm>
            <a:off x="987552" y="4425696"/>
            <a:ext cx="585216" cy="585216"/>
          </a:xfrm>
          <a:prstGeom prst="roundRect">
            <a:avLst>
              <a:gd name="adj" fmla="val 12500"/>
            </a:avLst>
          </a:prstGeom>
          <a:solidFill>
            <a:srgbClr val="1E7A46"/>
          </a:solidFill>
          <a:ln/>
        </p:spPr>
        <p:txBody>
          <a:bodyPr/>
          <a:lstStyle/>
          <a:p>
            <a:endParaRPr lang="en-IN"/>
          </a:p>
        </p:txBody>
      </p:sp>
      <p:sp>
        <p:nvSpPr>
          <p:cNvPr id="16" name="Text 14"/>
          <p:cNvSpPr/>
          <p:nvPr/>
        </p:nvSpPr>
        <p:spPr>
          <a:xfrm>
            <a:off x="987552" y="4425696"/>
            <a:ext cx="585216" cy="58521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1783080" y="4370832"/>
            <a:ext cx="9326880" cy="365760"/>
          </a:xfrm>
          <a:prstGeom prst="rect">
            <a:avLst/>
          </a:prstGeom>
          <a:noFill/>
          <a:ln/>
        </p:spPr>
        <p:txBody>
          <a:bodyPr wrap="square" rtlCol="0" anchor="ctr"/>
          <a:lstStyle/>
          <a:p>
            <a:pPr marL="0" indent="0">
              <a:buNone/>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Concurrent Access (ACID)</a:t>
            </a:r>
            <a:endParaRPr lang="en-US" sz="2000" dirty="0">
              <a:latin typeface="Times New Roman" panose="02020603050405020304" pitchFamily="18" charset="0"/>
              <a:cs typeface="Times New Roman" panose="02020603050405020304" pitchFamily="18" charset="0"/>
            </a:endParaRPr>
          </a:p>
        </p:txBody>
      </p:sp>
      <p:sp>
        <p:nvSpPr>
          <p:cNvPr id="18" name="Text 16"/>
          <p:cNvSpPr/>
          <p:nvPr/>
        </p:nvSpPr>
        <p:spPr>
          <a:xfrm>
            <a:off x="1783080" y="4718304"/>
            <a:ext cx="9326880" cy="384048"/>
          </a:xfrm>
          <a:prstGeom prst="rect">
            <a:avLst/>
          </a:prstGeom>
          <a:noFill/>
          <a:ln/>
        </p:spPr>
        <p:txBody>
          <a:bodyPr wrap="square" rtlCol="0" anchor="ctr"/>
          <a:lstStyle/>
          <a:p>
            <a:pPr marL="0" indent="0">
              <a:buNone/>
            </a:pPr>
            <a:r>
              <a:rPr lang="en-US" dirty="0">
                <a:solidFill>
                  <a:srgbClr val="5B6270"/>
                </a:solidFill>
                <a:latin typeface="Times New Roman" panose="02020603050405020304" pitchFamily="18" charset="0"/>
                <a:ea typeface="Calibri" pitchFamily="34" charset="-122"/>
                <a:cs typeface="Times New Roman" panose="02020603050405020304" pitchFamily="18" charset="0"/>
              </a:rPr>
              <a:t>Transaction management lets many users work safely at the same time</a:t>
            </a:r>
            <a:endParaRPr lang="en-US" dirty="0">
              <a:latin typeface="Times New Roman" panose="02020603050405020304" pitchFamily="18" charset="0"/>
              <a:cs typeface="Times New Roman" panose="02020603050405020304" pitchFamily="18" charset="0"/>
            </a:endParaRPr>
          </a:p>
        </p:txBody>
      </p:sp>
      <p:sp>
        <p:nvSpPr>
          <p:cNvPr id="19" name="Shape 17"/>
          <p:cNvSpPr/>
          <p:nvPr/>
        </p:nvSpPr>
        <p:spPr>
          <a:xfrm>
            <a:off x="822960" y="5441584"/>
            <a:ext cx="10515600" cy="914400"/>
          </a:xfrm>
          <a:prstGeom prst="roundRect">
            <a:avLst>
              <a:gd name="adj" fmla="val 8000"/>
            </a:avLst>
          </a:prstGeom>
          <a:solidFill>
            <a:srgbClr val="F4F6FA"/>
          </a:solidFill>
          <a:ln/>
        </p:spPr>
        <p:txBody>
          <a:bodyPr/>
          <a:lstStyle/>
          <a:p>
            <a:endParaRPr lang="en-IN"/>
          </a:p>
        </p:txBody>
      </p:sp>
      <p:sp>
        <p:nvSpPr>
          <p:cNvPr id="20" name="Shape 18"/>
          <p:cNvSpPr/>
          <p:nvPr/>
        </p:nvSpPr>
        <p:spPr>
          <a:xfrm>
            <a:off x="987552" y="5596128"/>
            <a:ext cx="585216" cy="585216"/>
          </a:xfrm>
          <a:prstGeom prst="roundRect">
            <a:avLst>
              <a:gd name="adj" fmla="val 12500"/>
            </a:avLst>
          </a:prstGeom>
          <a:solidFill>
            <a:srgbClr val="1E7A46"/>
          </a:solidFill>
          <a:ln/>
        </p:spPr>
        <p:txBody>
          <a:bodyPr/>
          <a:lstStyle/>
          <a:p>
            <a:endParaRPr lang="en-IN"/>
          </a:p>
        </p:txBody>
      </p:sp>
      <p:sp>
        <p:nvSpPr>
          <p:cNvPr id="21" name="Text 19"/>
          <p:cNvSpPr/>
          <p:nvPr/>
        </p:nvSpPr>
        <p:spPr>
          <a:xfrm>
            <a:off x="987552" y="5596128"/>
            <a:ext cx="585216" cy="58521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1783080" y="5541264"/>
            <a:ext cx="9326880" cy="365760"/>
          </a:xfrm>
          <a:prstGeom prst="rect">
            <a:avLst/>
          </a:prstGeom>
          <a:noFill/>
          <a:ln/>
        </p:spPr>
        <p:txBody>
          <a:bodyPr wrap="square" rtlCol="0" anchor="ctr"/>
          <a:lstStyle/>
          <a:p>
            <a:pPr marL="0" indent="0">
              <a:buNone/>
            </a:pPr>
            <a:r>
              <a:rPr lang="en-US" sz="2000" b="1" dirty="0">
                <a:solidFill>
                  <a:srgbClr val="1B2A4A"/>
                </a:solidFill>
                <a:latin typeface="Times New Roman" panose="02020603050405020304" pitchFamily="18" charset="0"/>
                <a:ea typeface="Calibri" pitchFamily="34" charset="-122"/>
                <a:cs typeface="Times New Roman" panose="02020603050405020304" pitchFamily="18" charset="0"/>
              </a:rPr>
              <a:t>Strong Security &amp; Recovery</a:t>
            </a:r>
            <a:endParaRPr lang="en-US" sz="2000" dirty="0">
              <a:latin typeface="Times New Roman" panose="02020603050405020304" pitchFamily="18" charset="0"/>
              <a:cs typeface="Times New Roman" panose="02020603050405020304" pitchFamily="18" charset="0"/>
            </a:endParaRPr>
          </a:p>
        </p:txBody>
      </p:sp>
      <p:sp>
        <p:nvSpPr>
          <p:cNvPr id="23" name="Text 21"/>
          <p:cNvSpPr/>
          <p:nvPr/>
        </p:nvSpPr>
        <p:spPr>
          <a:xfrm>
            <a:off x="1783080" y="5888736"/>
            <a:ext cx="9326880" cy="384048"/>
          </a:xfrm>
          <a:prstGeom prst="rect">
            <a:avLst/>
          </a:prstGeom>
          <a:noFill/>
          <a:ln/>
        </p:spPr>
        <p:txBody>
          <a:bodyPr wrap="square" rtlCol="0" anchor="ctr"/>
          <a:lstStyle/>
          <a:p>
            <a:pPr marL="0" indent="0">
              <a:buNone/>
            </a:pPr>
            <a:r>
              <a:rPr lang="en-US" dirty="0">
                <a:solidFill>
                  <a:srgbClr val="5B6270"/>
                </a:solidFill>
                <a:latin typeface="Times New Roman" panose="02020603050405020304" pitchFamily="18" charset="0"/>
                <a:ea typeface="Calibri" pitchFamily="34" charset="-122"/>
                <a:cs typeface="Times New Roman" panose="02020603050405020304" pitchFamily="18" charset="0"/>
              </a:rPr>
              <a:t>Role-based access control plus built-in backup and crash recovery</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881360" cy="59436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Real-Life Case Studies</a:t>
            </a:r>
            <a:endParaRPr lang="en-US" sz="2800" dirty="0"/>
          </a:p>
        </p:txBody>
      </p:sp>
      <p:sp>
        <p:nvSpPr>
          <p:cNvPr id="3" name="Text 1"/>
          <p:cNvSpPr/>
          <p:nvPr/>
        </p:nvSpPr>
        <p:spPr>
          <a:xfrm>
            <a:off x="640080" y="932688"/>
            <a:ext cx="10515600" cy="365760"/>
          </a:xfrm>
          <a:prstGeom prst="rect">
            <a:avLst/>
          </a:prstGeom>
          <a:noFill/>
          <a:ln/>
        </p:spPr>
        <p:txBody>
          <a:bodyPr wrap="square" rtlCol="0" anchor="ctr"/>
          <a:lstStyle/>
          <a:p>
            <a:pPr marL="0" indent="0">
              <a:buNone/>
            </a:pPr>
            <a:r>
              <a:rPr lang="en-US" sz="1600" i="1" dirty="0">
                <a:solidFill>
                  <a:srgbClr val="5B6270"/>
                </a:solidFill>
                <a:latin typeface="Times New Roman" panose="02020603050405020304" pitchFamily="18" charset="0"/>
                <a:ea typeface="Calibri" pitchFamily="34" charset="-122"/>
                <a:cs typeface="Times New Roman" panose="02020603050405020304" pitchFamily="18" charset="0"/>
              </a:rPr>
              <a:t>Banking and Healthcare: before and after moving from files to DBMS</a:t>
            </a:r>
            <a:endParaRPr lang="en-US" sz="1600" dirty="0">
              <a:latin typeface="Times New Roman" panose="02020603050405020304" pitchFamily="18" charset="0"/>
              <a:cs typeface="Times New Roman" panose="02020603050405020304" pitchFamily="18" charset="0"/>
            </a:endParaRPr>
          </a:p>
        </p:txBody>
      </p:sp>
      <p:sp>
        <p:nvSpPr>
          <p:cNvPr id="4" name="Shape 2"/>
          <p:cNvSpPr/>
          <p:nvPr/>
        </p:nvSpPr>
        <p:spPr>
          <a:xfrm>
            <a:off x="802863" y="1577340"/>
            <a:ext cx="5166360" cy="4709160"/>
          </a:xfrm>
          <a:prstGeom prst="roundRect">
            <a:avLst>
              <a:gd name="adj" fmla="val 1553"/>
            </a:avLst>
          </a:prstGeom>
          <a:solidFill>
            <a:srgbClr val="F4F6FA"/>
          </a:solidFill>
          <a:ln/>
        </p:spPr>
        <p:txBody>
          <a:bodyPr/>
          <a:lstStyle/>
          <a:p>
            <a:endParaRPr lang="en-IN"/>
          </a:p>
        </p:txBody>
      </p:sp>
      <p:sp>
        <p:nvSpPr>
          <p:cNvPr id="5" name="Shape 3"/>
          <p:cNvSpPr/>
          <p:nvPr/>
        </p:nvSpPr>
        <p:spPr>
          <a:xfrm>
            <a:off x="640080" y="1508760"/>
            <a:ext cx="5166360" cy="594360"/>
          </a:xfrm>
          <a:prstGeom prst="roundRect">
            <a:avLst>
              <a:gd name="adj" fmla="val 12308"/>
            </a:avLst>
          </a:prstGeom>
          <a:solidFill>
            <a:srgbClr val="2E5EAA"/>
          </a:solidFill>
          <a:ln/>
        </p:spPr>
        <p:txBody>
          <a:bodyPr/>
          <a:lstStyle/>
          <a:p>
            <a:endParaRPr lang="en-IN"/>
          </a:p>
        </p:txBody>
      </p:sp>
      <p:sp>
        <p:nvSpPr>
          <p:cNvPr id="6" name="Text 4"/>
          <p:cNvSpPr/>
          <p:nvPr/>
        </p:nvSpPr>
        <p:spPr>
          <a:xfrm>
            <a:off x="640080" y="1508760"/>
            <a:ext cx="5166360" cy="5943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BANKING</a:t>
            </a:r>
            <a:endParaRPr lang="en-US" sz="1600" dirty="0"/>
          </a:p>
        </p:txBody>
      </p:sp>
      <p:sp>
        <p:nvSpPr>
          <p:cNvPr id="7" name="Text 5"/>
          <p:cNvSpPr/>
          <p:nvPr/>
        </p:nvSpPr>
        <p:spPr>
          <a:xfrm>
            <a:off x="914400" y="2331720"/>
            <a:ext cx="4617720" cy="274320"/>
          </a:xfrm>
          <a:prstGeom prst="rect">
            <a:avLst/>
          </a:prstGeom>
          <a:noFill/>
          <a:ln/>
        </p:spPr>
        <p:txBody>
          <a:bodyPr wrap="square" rtlCol="0" anchor="ctr"/>
          <a:lstStyle/>
          <a:p>
            <a:pPr marL="0" indent="0">
              <a:buNone/>
            </a:pPr>
            <a:r>
              <a:rPr lang="en-US" b="1" dirty="0">
                <a:solidFill>
                  <a:srgbClr val="C0392B"/>
                </a:solidFill>
                <a:latin typeface="Times New Roman" panose="02020603050405020304" pitchFamily="18" charset="0"/>
                <a:ea typeface="Calibri" pitchFamily="34" charset="-122"/>
                <a:cs typeface="Times New Roman" panose="02020603050405020304" pitchFamily="18" charset="0"/>
              </a:rPr>
              <a:t>File-Based Era</a:t>
            </a:r>
            <a:endParaRPr lang="en-US" dirty="0">
              <a:latin typeface="Times New Roman" panose="02020603050405020304" pitchFamily="18" charset="0"/>
              <a:cs typeface="Times New Roman" panose="02020603050405020304" pitchFamily="18" charset="0"/>
            </a:endParaRPr>
          </a:p>
        </p:txBody>
      </p:sp>
      <p:sp>
        <p:nvSpPr>
          <p:cNvPr id="8" name="Text 6"/>
          <p:cNvSpPr/>
          <p:nvPr/>
        </p:nvSpPr>
        <p:spPr>
          <a:xfrm>
            <a:off x="914400" y="2651760"/>
            <a:ext cx="4617720" cy="822960"/>
          </a:xfrm>
          <a:prstGeom prst="rect">
            <a:avLst/>
          </a:prstGeom>
          <a:noFill/>
          <a:ln/>
        </p:spPr>
        <p:txBody>
          <a:bodyPr wrap="square" rtlCol="0" anchor="ctr"/>
          <a:lstStyle/>
          <a:p>
            <a:pPr marL="0" indent="0">
              <a:buNone/>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Each branch kept separate account files, so balances could go out of sync — enabling overdraft fraud and slow interbank transfers.</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914400" y="3587264"/>
            <a:ext cx="4617720" cy="274320"/>
          </a:xfrm>
          <a:prstGeom prst="rect">
            <a:avLst/>
          </a:prstGeom>
          <a:noFill/>
          <a:ln/>
        </p:spPr>
        <p:txBody>
          <a:bodyPr wrap="square" rtlCol="0" anchor="ctr"/>
          <a:lstStyle/>
          <a:p>
            <a:pPr marL="0" indent="0">
              <a:buNone/>
            </a:pPr>
            <a:r>
              <a:rPr lang="en-US" b="1" dirty="0">
                <a:solidFill>
                  <a:srgbClr val="1E7A46"/>
                </a:solidFill>
                <a:latin typeface="Calibri" pitchFamily="34" charset="0"/>
                <a:ea typeface="Calibri" pitchFamily="34" charset="-122"/>
                <a:cs typeface="Calibri" pitchFamily="34" charset="-120"/>
              </a:rPr>
              <a:t>With DBMS</a:t>
            </a:r>
            <a:endParaRPr lang="en-US" dirty="0"/>
          </a:p>
        </p:txBody>
      </p:sp>
      <p:sp>
        <p:nvSpPr>
          <p:cNvPr id="10" name="Text 8"/>
          <p:cNvSpPr/>
          <p:nvPr/>
        </p:nvSpPr>
        <p:spPr>
          <a:xfrm>
            <a:off x="914400" y="3977640"/>
            <a:ext cx="4617720" cy="731520"/>
          </a:xfrm>
          <a:prstGeom prst="rect">
            <a:avLst/>
          </a:prstGeom>
          <a:noFill/>
          <a:ln/>
        </p:spPr>
        <p:txBody>
          <a:bodyPr wrap="square" rtlCol="0" anchor="ctr"/>
          <a:lstStyle/>
          <a:p>
            <a:pPr marL="0" indent="0">
              <a:buNone/>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Centralized DBMS with ACID transactions gives one real-time, consistent view of every account.</a:t>
            </a:r>
            <a:endParaRPr lang="en-US" sz="1600" dirty="0">
              <a:latin typeface="Times New Roman" panose="02020603050405020304" pitchFamily="18" charset="0"/>
              <a:cs typeface="Times New Roman" panose="02020603050405020304" pitchFamily="18" charset="0"/>
            </a:endParaRPr>
          </a:p>
        </p:txBody>
      </p:sp>
      <p:sp>
        <p:nvSpPr>
          <p:cNvPr id="11" name="Shape 9"/>
          <p:cNvSpPr/>
          <p:nvPr/>
        </p:nvSpPr>
        <p:spPr>
          <a:xfrm>
            <a:off x="914400" y="4892040"/>
            <a:ext cx="4617720" cy="1051560"/>
          </a:xfrm>
          <a:prstGeom prst="roundRect">
            <a:avLst>
              <a:gd name="adj" fmla="val 5217"/>
            </a:avLst>
          </a:prstGeom>
          <a:solidFill>
            <a:srgbClr val="FFFFFF"/>
          </a:solidFill>
          <a:ln w="12700">
            <a:solidFill>
              <a:srgbClr val="2E5EAA"/>
            </a:solidFill>
            <a:prstDash val="solid"/>
          </a:ln>
        </p:spPr>
        <p:txBody>
          <a:bodyPr/>
          <a:lstStyle/>
          <a:p>
            <a:endParaRPr lang="en-IN"/>
          </a:p>
        </p:txBody>
      </p:sp>
      <p:sp>
        <p:nvSpPr>
          <p:cNvPr id="12" name="Text 10"/>
          <p:cNvSpPr/>
          <p:nvPr/>
        </p:nvSpPr>
        <p:spPr>
          <a:xfrm>
            <a:off x="1097280" y="5001768"/>
            <a:ext cx="4251960" cy="868680"/>
          </a:xfrm>
          <a:prstGeom prst="rect">
            <a:avLst/>
          </a:prstGeom>
          <a:noFill/>
          <a:ln/>
        </p:spPr>
        <p:txBody>
          <a:bodyPr wrap="square" rtlCol="0" anchor="ctr"/>
          <a:lstStyle/>
          <a:p>
            <a:pPr marL="0" indent="0">
              <a:buNone/>
            </a:pPr>
            <a:r>
              <a:rPr lang="en-US" sz="1600" i="1" dirty="0">
                <a:solidFill>
                  <a:srgbClr val="1B2A4A"/>
                </a:solidFill>
                <a:latin typeface="Times New Roman" panose="02020603050405020304" pitchFamily="18" charset="0"/>
                <a:ea typeface="Calibri" pitchFamily="34" charset="-122"/>
                <a:cs typeface="Times New Roman" panose="02020603050405020304" pitchFamily="18" charset="0"/>
              </a:rPr>
              <a:t>Example: Core Banking Solutions (Finacle) let SBI serve crores of customers with instant, consistent balances nationwide.</a:t>
            </a:r>
            <a:endParaRPr lang="en-US" sz="1600" dirty="0">
              <a:latin typeface="Times New Roman" panose="02020603050405020304" pitchFamily="18" charset="0"/>
              <a:cs typeface="Times New Roman" panose="02020603050405020304" pitchFamily="18" charset="0"/>
            </a:endParaRPr>
          </a:p>
        </p:txBody>
      </p:sp>
      <p:sp>
        <p:nvSpPr>
          <p:cNvPr id="13" name="Shape 11"/>
          <p:cNvSpPr/>
          <p:nvPr/>
        </p:nvSpPr>
        <p:spPr>
          <a:xfrm>
            <a:off x="6080760" y="1508760"/>
            <a:ext cx="5166360" cy="4709160"/>
          </a:xfrm>
          <a:prstGeom prst="roundRect">
            <a:avLst>
              <a:gd name="adj" fmla="val 1553"/>
            </a:avLst>
          </a:prstGeom>
          <a:solidFill>
            <a:srgbClr val="F4F6FA"/>
          </a:solidFill>
          <a:ln/>
        </p:spPr>
        <p:txBody>
          <a:bodyPr/>
          <a:lstStyle/>
          <a:p>
            <a:endParaRPr lang="en-IN"/>
          </a:p>
        </p:txBody>
      </p:sp>
      <p:sp>
        <p:nvSpPr>
          <p:cNvPr id="14" name="Shape 12"/>
          <p:cNvSpPr/>
          <p:nvPr/>
        </p:nvSpPr>
        <p:spPr>
          <a:xfrm>
            <a:off x="6080760" y="1508760"/>
            <a:ext cx="5166360" cy="594360"/>
          </a:xfrm>
          <a:prstGeom prst="roundRect">
            <a:avLst>
              <a:gd name="adj" fmla="val 12308"/>
            </a:avLst>
          </a:prstGeom>
          <a:solidFill>
            <a:srgbClr val="2E5EAA"/>
          </a:solidFill>
          <a:ln/>
        </p:spPr>
        <p:txBody>
          <a:bodyPr/>
          <a:lstStyle/>
          <a:p>
            <a:endParaRPr lang="en-IN"/>
          </a:p>
        </p:txBody>
      </p:sp>
      <p:sp>
        <p:nvSpPr>
          <p:cNvPr id="15" name="Text 13"/>
          <p:cNvSpPr/>
          <p:nvPr/>
        </p:nvSpPr>
        <p:spPr>
          <a:xfrm>
            <a:off x="6080760" y="1508760"/>
            <a:ext cx="5166360" cy="5943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HEALTHCARE</a:t>
            </a:r>
            <a:endParaRPr lang="en-US" sz="1600" dirty="0"/>
          </a:p>
        </p:txBody>
      </p:sp>
      <p:sp>
        <p:nvSpPr>
          <p:cNvPr id="16" name="Text 14"/>
          <p:cNvSpPr/>
          <p:nvPr/>
        </p:nvSpPr>
        <p:spPr>
          <a:xfrm>
            <a:off x="6355080" y="2331720"/>
            <a:ext cx="4617720" cy="274320"/>
          </a:xfrm>
          <a:prstGeom prst="rect">
            <a:avLst/>
          </a:prstGeom>
          <a:noFill/>
          <a:ln/>
        </p:spPr>
        <p:txBody>
          <a:bodyPr wrap="square" rtlCol="0" anchor="ctr"/>
          <a:lstStyle/>
          <a:p>
            <a:pPr marL="0" indent="0">
              <a:buNone/>
            </a:pPr>
            <a:r>
              <a:rPr lang="en-US" b="1" dirty="0">
                <a:solidFill>
                  <a:srgbClr val="C0392B"/>
                </a:solidFill>
                <a:latin typeface="Times New Roman" panose="02020603050405020304" pitchFamily="18" charset="0"/>
                <a:ea typeface="Calibri" pitchFamily="34" charset="-122"/>
                <a:cs typeface="Times New Roman" panose="02020603050405020304" pitchFamily="18" charset="0"/>
              </a:rPr>
              <a:t>File-Based Era</a:t>
            </a:r>
            <a:endParaRPr lang="en-US" dirty="0">
              <a:latin typeface="Times New Roman" panose="02020603050405020304" pitchFamily="18" charset="0"/>
              <a:cs typeface="Times New Roman" panose="02020603050405020304" pitchFamily="18" charset="0"/>
            </a:endParaRPr>
          </a:p>
        </p:txBody>
      </p:sp>
      <p:sp>
        <p:nvSpPr>
          <p:cNvPr id="17" name="Text 15"/>
          <p:cNvSpPr/>
          <p:nvPr/>
        </p:nvSpPr>
        <p:spPr>
          <a:xfrm>
            <a:off x="6355080" y="2651760"/>
            <a:ext cx="4617720" cy="822960"/>
          </a:xfrm>
          <a:prstGeom prst="rect">
            <a:avLst/>
          </a:prstGeom>
          <a:noFill/>
          <a:ln/>
        </p:spPr>
        <p:txBody>
          <a:bodyPr wrap="square" rtlCol="0" anchor="ctr"/>
          <a:lstStyle/>
          <a:p>
            <a:pPr marL="0" indent="0">
              <a:buNone/>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Patient history, allergies, and prescriptions were scattered across departments, risking conflicting medication.</a:t>
            </a:r>
            <a:endParaRPr lang="en-US" sz="1600" dirty="0">
              <a:latin typeface="Times New Roman" panose="02020603050405020304" pitchFamily="18" charset="0"/>
              <a:cs typeface="Times New Roman" panose="02020603050405020304" pitchFamily="18" charset="0"/>
            </a:endParaRPr>
          </a:p>
        </p:txBody>
      </p:sp>
      <p:sp>
        <p:nvSpPr>
          <p:cNvPr id="18" name="Text 16"/>
          <p:cNvSpPr/>
          <p:nvPr/>
        </p:nvSpPr>
        <p:spPr>
          <a:xfrm>
            <a:off x="6355080" y="3657600"/>
            <a:ext cx="4617720" cy="274320"/>
          </a:xfrm>
          <a:prstGeom prst="rect">
            <a:avLst/>
          </a:prstGeom>
          <a:noFill/>
          <a:ln/>
        </p:spPr>
        <p:txBody>
          <a:bodyPr wrap="square" rtlCol="0" anchor="ctr"/>
          <a:lstStyle/>
          <a:p>
            <a:pPr marL="0" indent="0">
              <a:buNone/>
            </a:pPr>
            <a:r>
              <a:rPr lang="en-US" b="1" dirty="0">
                <a:solidFill>
                  <a:srgbClr val="1E7A46"/>
                </a:solidFill>
                <a:latin typeface="Times New Roman" panose="02020603050405020304" pitchFamily="18" charset="0"/>
                <a:ea typeface="Calibri" pitchFamily="34" charset="-122"/>
                <a:cs typeface="Times New Roman" panose="02020603050405020304" pitchFamily="18" charset="0"/>
              </a:rPr>
              <a:t>With DBMS</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6355080" y="3977640"/>
            <a:ext cx="4617720" cy="731520"/>
          </a:xfrm>
          <a:prstGeom prst="rect">
            <a:avLst/>
          </a:prstGeom>
          <a:noFill/>
          <a:ln/>
        </p:spPr>
        <p:txBody>
          <a:bodyPr wrap="square" rtlCol="0" anchor="ctr"/>
          <a:lstStyle/>
          <a:p>
            <a:pPr marL="0" indent="0">
              <a:buNone/>
            </a:pPr>
            <a:r>
              <a:rPr lang="en-US" sz="1600" dirty="0">
                <a:solidFill>
                  <a:srgbClr val="1A1A1A"/>
                </a:solidFill>
                <a:latin typeface="Times New Roman" panose="02020603050405020304" pitchFamily="18" charset="0"/>
                <a:ea typeface="Calibri" pitchFamily="34" charset="-122"/>
                <a:cs typeface="Times New Roman" panose="02020603050405020304" pitchFamily="18" charset="0"/>
              </a:rPr>
              <a:t>A DBMS-backed EHR consolidates records in one place, and integrity constraints flag dangerous drug interactions.</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6355080" y="4892040"/>
            <a:ext cx="4617720" cy="1051560"/>
          </a:xfrm>
          <a:prstGeom prst="roundRect">
            <a:avLst>
              <a:gd name="adj" fmla="val 5217"/>
            </a:avLst>
          </a:prstGeom>
          <a:solidFill>
            <a:srgbClr val="FFFFFF"/>
          </a:solidFill>
          <a:ln w="12700">
            <a:solidFill>
              <a:srgbClr val="2E5EAA"/>
            </a:solidFill>
            <a:prstDash val="solid"/>
          </a:ln>
        </p:spPr>
        <p:txBody>
          <a:bodyPr/>
          <a:lstStyle/>
          <a:p>
            <a:endParaRPr lang="en-IN"/>
          </a:p>
        </p:txBody>
      </p:sp>
      <p:sp>
        <p:nvSpPr>
          <p:cNvPr id="21" name="Text 19"/>
          <p:cNvSpPr/>
          <p:nvPr/>
        </p:nvSpPr>
        <p:spPr>
          <a:xfrm>
            <a:off x="6537960" y="5001768"/>
            <a:ext cx="4251960" cy="868680"/>
          </a:xfrm>
          <a:prstGeom prst="rect">
            <a:avLst/>
          </a:prstGeom>
          <a:noFill/>
          <a:ln/>
        </p:spPr>
        <p:txBody>
          <a:bodyPr wrap="square" rtlCol="0" anchor="ctr"/>
          <a:lstStyle/>
          <a:p>
            <a:pPr marL="0" indent="0">
              <a:buNone/>
            </a:pPr>
            <a:r>
              <a:rPr lang="en-US" sz="1600" i="1" dirty="0">
                <a:solidFill>
                  <a:srgbClr val="1B2A4A"/>
                </a:solidFill>
                <a:latin typeface="Calibri" pitchFamily="34" charset="0"/>
                <a:ea typeface="Calibri" pitchFamily="34" charset="-122"/>
                <a:cs typeface="Calibri" pitchFamily="34" charset="-120"/>
              </a:rPr>
              <a:t>Example: Hospitals using Epic or AIIMS's e-Hospital retrieve a full patient record instantly across any department.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2800" b="1" dirty="0">
                <a:solidFill>
                  <a:srgbClr val="1B2A4A"/>
                </a:solidFill>
                <a:latin typeface="Calibri" pitchFamily="34" charset="0"/>
                <a:ea typeface="Calibri" pitchFamily="34" charset="-122"/>
                <a:cs typeface="Calibri" pitchFamily="34" charset="-120"/>
              </a:rPr>
              <a:t>Conclusion</a:t>
            </a:r>
            <a:endParaRPr lang="en-US" sz="2800" dirty="0"/>
          </a:p>
        </p:txBody>
      </p:sp>
      <p:sp>
        <p:nvSpPr>
          <p:cNvPr id="3" name="Text 1"/>
          <p:cNvSpPr/>
          <p:nvPr/>
        </p:nvSpPr>
        <p:spPr>
          <a:xfrm>
            <a:off x="640080" y="1051560"/>
            <a:ext cx="10515600" cy="365760"/>
          </a:xfrm>
          <a:prstGeom prst="rect">
            <a:avLst/>
          </a:prstGeom>
          <a:noFill/>
          <a:ln/>
        </p:spPr>
        <p:txBody>
          <a:bodyPr wrap="square" rtlCol="0" anchor="ctr"/>
          <a:lstStyle/>
          <a:p>
            <a:pPr marL="0" indent="0">
              <a:buNone/>
            </a:pPr>
            <a:r>
              <a:rPr lang="en-US" i="1" dirty="0">
                <a:solidFill>
                  <a:srgbClr val="5B6270"/>
                </a:solidFill>
                <a:latin typeface="Times New Roman" panose="02020603050405020304" pitchFamily="18" charset="0"/>
                <a:ea typeface="Calibri" pitchFamily="34" charset="-122"/>
                <a:cs typeface="Times New Roman" panose="02020603050405020304" pitchFamily="18" charset="0"/>
              </a:rPr>
              <a:t>Why DBMS is essential for modern data-driven systems</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822960" y="1920240"/>
            <a:ext cx="10515600" cy="914400"/>
          </a:xfrm>
          <a:prstGeom prst="roundRect">
            <a:avLst>
              <a:gd name="adj" fmla="val 8000"/>
            </a:avLst>
          </a:prstGeom>
          <a:solidFill>
            <a:srgbClr val="F4F6FA"/>
          </a:solidFill>
          <a:ln/>
        </p:spPr>
        <p:txBody>
          <a:bodyPr/>
          <a:lstStyle/>
          <a:p>
            <a:endParaRPr lang="en-IN"/>
          </a:p>
        </p:txBody>
      </p:sp>
      <p:sp>
        <p:nvSpPr>
          <p:cNvPr id="5" name="Shape 3"/>
          <p:cNvSpPr/>
          <p:nvPr/>
        </p:nvSpPr>
        <p:spPr>
          <a:xfrm>
            <a:off x="987552" y="2084832"/>
            <a:ext cx="585216" cy="585216"/>
          </a:xfrm>
          <a:prstGeom prst="roundRect">
            <a:avLst>
              <a:gd name="adj" fmla="val 12500"/>
            </a:avLst>
          </a:prstGeom>
          <a:solidFill>
            <a:srgbClr val="2E5EAA"/>
          </a:solidFill>
          <a:ln/>
        </p:spPr>
        <p:txBody>
          <a:bodyPr/>
          <a:lstStyle/>
          <a:p>
            <a:endParaRPr lang="en-IN"/>
          </a:p>
        </p:txBody>
      </p:sp>
      <p:sp>
        <p:nvSpPr>
          <p:cNvPr id="6" name="Text 4"/>
          <p:cNvSpPr/>
          <p:nvPr/>
        </p:nvSpPr>
        <p:spPr>
          <a:xfrm>
            <a:off x="987552" y="2084832"/>
            <a:ext cx="585216" cy="58521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1783080" y="1920240"/>
            <a:ext cx="9326880" cy="914400"/>
          </a:xfrm>
          <a:prstGeom prst="rect">
            <a:avLst/>
          </a:prstGeom>
          <a:noFill/>
          <a:ln/>
        </p:spPr>
        <p:txBody>
          <a:bodyPr wrap="square" rtlCol="0" anchor="ctr"/>
          <a:lstStyle/>
          <a:p>
            <a:pPr marL="0" indent="0">
              <a:buNone/>
            </a:pPr>
            <a:r>
              <a:rPr lang="en-US" dirty="0">
                <a:solidFill>
                  <a:srgbClr val="1A1A1A"/>
                </a:solidFill>
                <a:latin typeface="Times New Roman" panose="02020603050405020304" pitchFamily="18" charset="0"/>
                <a:ea typeface="Calibri" pitchFamily="34" charset="-122"/>
                <a:cs typeface="Times New Roman" panose="02020603050405020304" pitchFamily="18" charset="0"/>
              </a:rPr>
              <a:t>File-based systems struggle with redundancy, inconsistency, poor sharing, and weak security as data grows</a:t>
            </a:r>
            <a:endParaRPr lang="en-US" dirty="0">
              <a:latin typeface="Times New Roman" panose="02020603050405020304" pitchFamily="18" charset="0"/>
              <a:cs typeface="Times New Roman" panose="02020603050405020304" pitchFamily="18" charset="0"/>
            </a:endParaRPr>
          </a:p>
        </p:txBody>
      </p:sp>
      <p:sp>
        <p:nvSpPr>
          <p:cNvPr id="8" name="Shape 6"/>
          <p:cNvSpPr/>
          <p:nvPr/>
        </p:nvSpPr>
        <p:spPr>
          <a:xfrm>
            <a:off x="822960" y="3090672"/>
            <a:ext cx="10515600" cy="914400"/>
          </a:xfrm>
          <a:prstGeom prst="roundRect">
            <a:avLst>
              <a:gd name="adj" fmla="val 8000"/>
            </a:avLst>
          </a:prstGeom>
          <a:solidFill>
            <a:srgbClr val="F4F6FA"/>
          </a:solidFill>
          <a:ln/>
        </p:spPr>
        <p:txBody>
          <a:bodyPr/>
          <a:lstStyle/>
          <a:p>
            <a:endParaRPr lang="en-IN"/>
          </a:p>
        </p:txBody>
      </p:sp>
      <p:sp>
        <p:nvSpPr>
          <p:cNvPr id="9" name="Shape 7"/>
          <p:cNvSpPr/>
          <p:nvPr/>
        </p:nvSpPr>
        <p:spPr>
          <a:xfrm>
            <a:off x="987552" y="3255264"/>
            <a:ext cx="585216" cy="585216"/>
          </a:xfrm>
          <a:prstGeom prst="roundRect">
            <a:avLst>
              <a:gd name="adj" fmla="val 12500"/>
            </a:avLst>
          </a:prstGeom>
          <a:solidFill>
            <a:srgbClr val="2E5EAA"/>
          </a:solidFill>
          <a:ln/>
        </p:spPr>
        <p:txBody>
          <a:bodyPr/>
          <a:lstStyle/>
          <a:p>
            <a:endParaRPr lang="en-IN"/>
          </a:p>
        </p:txBody>
      </p:sp>
      <p:sp>
        <p:nvSpPr>
          <p:cNvPr id="10" name="Text 8"/>
          <p:cNvSpPr/>
          <p:nvPr/>
        </p:nvSpPr>
        <p:spPr>
          <a:xfrm>
            <a:off x="987552" y="3255264"/>
            <a:ext cx="585216" cy="58521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1783080" y="3090672"/>
            <a:ext cx="9326880" cy="914400"/>
          </a:xfrm>
          <a:prstGeom prst="rect">
            <a:avLst/>
          </a:prstGeom>
          <a:noFill/>
          <a:ln/>
        </p:spPr>
        <p:txBody>
          <a:bodyPr wrap="square" rtlCol="0" anchor="ctr"/>
          <a:lstStyle/>
          <a:p>
            <a:pPr marL="0" indent="0">
              <a:buNone/>
            </a:pPr>
            <a:r>
              <a:rPr lang="en-US" dirty="0">
                <a:solidFill>
                  <a:srgbClr val="1A1A1A"/>
                </a:solidFill>
                <a:latin typeface="Times New Roman" panose="02020603050405020304" pitchFamily="18" charset="0"/>
                <a:ea typeface="Calibri" pitchFamily="34" charset="-122"/>
                <a:cs typeface="Times New Roman" panose="02020603050405020304" pitchFamily="18" charset="0"/>
              </a:rPr>
              <a:t>DBMS solves these with centralized storage, integrity constraints, ACID transactions, and strong access control</a:t>
            </a:r>
            <a:endParaRPr lang="en-US" dirty="0">
              <a:latin typeface="Times New Roman" panose="02020603050405020304" pitchFamily="18" charset="0"/>
              <a:cs typeface="Times New Roman" panose="02020603050405020304" pitchFamily="18" charset="0"/>
            </a:endParaRPr>
          </a:p>
        </p:txBody>
      </p:sp>
      <p:sp>
        <p:nvSpPr>
          <p:cNvPr id="12" name="Shape 10"/>
          <p:cNvSpPr/>
          <p:nvPr/>
        </p:nvSpPr>
        <p:spPr>
          <a:xfrm>
            <a:off x="822960" y="4261104"/>
            <a:ext cx="10515600" cy="914400"/>
          </a:xfrm>
          <a:prstGeom prst="roundRect">
            <a:avLst>
              <a:gd name="adj" fmla="val 8000"/>
            </a:avLst>
          </a:prstGeom>
          <a:solidFill>
            <a:srgbClr val="F4F6FA"/>
          </a:solidFill>
          <a:ln/>
        </p:spPr>
        <p:txBody>
          <a:bodyPr/>
          <a:lstStyle/>
          <a:p>
            <a:endParaRPr lang="en-IN"/>
          </a:p>
        </p:txBody>
      </p:sp>
      <p:sp>
        <p:nvSpPr>
          <p:cNvPr id="13" name="Shape 11"/>
          <p:cNvSpPr/>
          <p:nvPr/>
        </p:nvSpPr>
        <p:spPr>
          <a:xfrm>
            <a:off x="987552" y="4425696"/>
            <a:ext cx="585216" cy="585216"/>
          </a:xfrm>
          <a:prstGeom prst="roundRect">
            <a:avLst>
              <a:gd name="adj" fmla="val 12500"/>
            </a:avLst>
          </a:prstGeom>
          <a:solidFill>
            <a:srgbClr val="2E5EAA"/>
          </a:solidFill>
          <a:ln/>
        </p:spPr>
        <p:txBody>
          <a:bodyPr/>
          <a:lstStyle/>
          <a:p>
            <a:endParaRPr lang="en-IN"/>
          </a:p>
        </p:txBody>
      </p:sp>
      <p:sp>
        <p:nvSpPr>
          <p:cNvPr id="14" name="Text 12"/>
          <p:cNvSpPr/>
          <p:nvPr/>
        </p:nvSpPr>
        <p:spPr>
          <a:xfrm>
            <a:off x="987552" y="4425696"/>
            <a:ext cx="585216" cy="58521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5" name="Text 13"/>
          <p:cNvSpPr/>
          <p:nvPr/>
        </p:nvSpPr>
        <p:spPr>
          <a:xfrm>
            <a:off x="1783080" y="4261104"/>
            <a:ext cx="9326880" cy="914400"/>
          </a:xfrm>
          <a:prstGeom prst="rect">
            <a:avLst/>
          </a:prstGeom>
          <a:noFill/>
          <a:ln/>
        </p:spPr>
        <p:txBody>
          <a:bodyPr wrap="square" rtlCol="0" anchor="ctr"/>
          <a:lstStyle/>
          <a:p>
            <a:pPr marL="0" indent="0">
              <a:buNone/>
            </a:pPr>
            <a:r>
              <a:rPr lang="en-US" dirty="0">
                <a:solidFill>
                  <a:srgbClr val="1A1A1A"/>
                </a:solidFill>
                <a:latin typeface="Times New Roman" panose="02020603050405020304" pitchFamily="18" charset="0"/>
                <a:ea typeface="Calibri" pitchFamily="34" charset="-122"/>
                <a:cs typeface="Times New Roman" panose="02020603050405020304" pitchFamily="18" charset="0"/>
              </a:rPr>
              <a:t>Banking (Core Banking Systems) and Healthcare (EHR) case studies show DBMS enables real-time, consistent, and secure data access</a:t>
            </a:r>
            <a:endParaRPr lang="en-US" dirty="0">
              <a:latin typeface="Times New Roman" panose="02020603050405020304" pitchFamily="18" charset="0"/>
              <a:cs typeface="Times New Roman" panose="02020603050405020304" pitchFamily="18" charset="0"/>
            </a:endParaRPr>
          </a:p>
        </p:txBody>
      </p:sp>
      <p:sp>
        <p:nvSpPr>
          <p:cNvPr id="16" name="Shape 14"/>
          <p:cNvSpPr/>
          <p:nvPr/>
        </p:nvSpPr>
        <p:spPr>
          <a:xfrm>
            <a:off x="822960" y="5431536"/>
            <a:ext cx="10515600" cy="914400"/>
          </a:xfrm>
          <a:prstGeom prst="roundRect">
            <a:avLst>
              <a:gd name="adj" fmla="val 8000"/>
            </a:avLst>
          </a:prstGeom>
          <a:solidFill>
            <a:srgbClr val="F4F6FA"/>
          </a:solidFill>
          <a:ln/>
        </p:spPr>
        <p:txBody>
          <a:bodyPr/>
          <a:lstStyle/>
          <a:p>
            <a:endParaRPr lang="en-IN"/>
          </a:p>
        </p:txBody>
      </p:sp>
      <p:sp>
        <p:nvSpPr>
          <p:cNvPr id="17" name="Shape 15"/>
          <p:cNvSpPr/>
          <p:nvPr/>
        </p:nvSpPr>
        <p:spPr>
          <a:xfrm>
            <a:off x="987552" y="5596128"/>
            <a:ext cx="585216" cy="585216"/>
          </a:xfrm>
          <a:prstGeom prst="roundRect">
            <a:avLst>
              <a:gd name="adj" fmla="val 12500"/>
            </a:avLst>
          </a:prstGeom>
          <a:solidFill>
            <a:srgbClr val="2E5EAA"/>
          </a:solidFill>
          <a:ln/>
        </p:spPr>
        <p:txBody>
          <a:bodyPr/>
          <a:lstStyle/>
          <a:p>
            <a:endParaRPr lang="en-IN"/>
          </a:p>
        </p:txBody>
      </p:sp>
      <p:sp>
        <p:nvSpPr>
          <p:cNvPr id="18" name="Text 16"/>
          <p:cNvSpPr/>
          <p:nvPr/>
        </p:nvSpPr>
        <p:spPr>
          <a:xfrm>
            <a:off x="987552" y="5596128"/>
            <a:ext cx="585216" cy="585216"/>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9" name="Text 17"/>
          <p:cNvSpPr/>
          <p:nvPr/>
        </p:nvSpPr>
        <p:spPr>
          <a:xfrm>
            <a:off x="1783080" y="5431536"/>
            <a:ext cx="9326880" cy="914400"/>
          </a:xfrm>
          <a:prstGeom prst="rect">
            <a:avLst/>
          </a:prstGeom>
          <a:noFill/>
          <a:ln/>
        </p:spPr>
        <p:txBody>
          <a:bodyPr wrap="square" rtlCol="0" anchor="ctr"/>
          <a:lstStyle/>
          <a:p>
            <a:pPr marL="0" indent="0">
              <a:buNone/>
            </a:pPr>
            <a:r>
              <a:rPr lang="en-US" dirty="0">
                <a:solidFill>
                  <a:srgbClr val="1A1A1A"/>
                </a:solidFill>
                <a:latin typeface="Times New Roman" panose="02020603050405020304" pitchFamily="18" charset="0"/>
                <a:ea typeface="Calibri" pitchFamily="34" charset="-122"/>
                <a:cs typeface="Times New Roman" panose="02020603050405020304" pitchFamily="18" charset="0"/>
              </a:rPr>
              <a:t>For any critical, growing, multi-user system, DBMS is the reliable choice over file-based storage</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F4F6FA"/>
          </a:solidFill>
          <a:ln/>
        </p:spPr>
        <p:txBody>
          <a:bodyPr/>
          <a:lstStyle/>
          <a:p>
            <a:endParaRPr lang="en-IN"/>
          </a:p>
        </p:txBody>
      </p:sp>
      <p:sp>
        <p:nvSpPr>
          <p:cNvPr id="3" name="Shape 1"/>
          <p:cNvSpPr/>
          <p:nvPr/>
        </p:nvSpPr>
        <p:spPr>
          <a:xfrm>
            <a:off x="9875520" y="4389120"/>
            <a:ext cx="4114800" cy="4114800"/>
          </a:xfrm>
          <a:prstGeom prst="ellipse">
            <a:avLst/>
          </a:prstGeom>
          <a:solidFill>
            <a:srgbClr val="F4F6FA"/>
          </a:solidFill>
          <a:ln/>
        </p:spPr>
        <p:txBody>
          <a:bodyPr/>
          <a:lstStyle/>
          <a:p>
            <a:endParaRPr lang="en-IN"/>
          </a:p>
        </p:txBody>
      </p:sp>
      <p:sp>
        <p:nvSpPr>
          <p:cNvPr id="4" name="Text 2"/>
          <p:cNvSpPr/>
          <p:nvPr/>
        </p:nvSpPr>
        <p:spPr>
          <a:xfrm>
            <a:off x="0" y="2606040"/>
            <a:ext cx="12161520" cy="1097280"/>
          </a:xfrm>
          <a:prstGeom prst="rect">
            <a:avLst/>
          </a:prstGeom>
          <a:noFill/>
          <a:ln/>
        </p:spPr>
        <p:txBody>
          <a:bodyPr wrap="square" rtlCol="0" anchor="ctr"/>
          <a:lstStyle/>
          <a:p>
            <a:pPr marL="0" indent="0" algn="ctr">
              <a:buNone/>
            </a:pPr>
            <a:r>
              <a:rPr lang="en-US" sz="4800" b="1" dirty="0">
                <a:solidFill>
                  <a:srgbClr val="1B2A4A"/>
                </a:solidFill>
                <a:latin typeface="Calibri" pitchFamily="34" charset="0"/>
                <a:ea typeface="Calibri" pitchFamily="34" charset="-122"/>
                <a:cs typeface="Calibri" pitchFamily="34" charset="-120"/>
              </a:rPr>
              <a:t>Thank You</a:t>
            </a:r>
            <a:endParaRPr lang="en-US" sz="4800" dirty="0"/>
          </a:p>
        </p:txBody>
      </p:sp>
      <p:sp>
        <p:nvSpPr>
          <p:cNvPr id="5" name="Shape 3"/>
          <p:cNvSpPr/>
          <p:nvPr/>
        </p:nvSpPr>
        <p:spPr>
          <a:xfrm>
            <a:off x="5166360" y="3703320"/>
            <a:ext cx="1828800" cy="0"/>
          </a:xfrm>
          <a:prstGeom prst="line">
            <a:avLst/>
          </a:prstGeom>
          <a:noFill/>
          <a:ln w="25400">
            <a:solidFill>
              <a:srgbClr val="C77D1E"/>
            </a:solidFill>
            <a:prstDash val="solid"/>
          </a:ln>
        </p:spPr>
        <p:txBody>
          <a:bodyPr/>
          <a:lstStyle/>
          <a:p>
            <a:endParaRPr lang="en-IN"/>
          </a:p>
        </p:txBody>
      </p:sp>
      <p:sp>
        <p:nvSpPr>
          <p:cNvPr id="6" name="Text 4"/>
          <p:cNvSpPr/>
          <p:nvPr/>
        </p:nvSpPr>
        <p:spPr>
          <a:xfrm>
            <a:off x="0" y="3886200"/>
            <a:ext cx="12161520" cy="457200"/>
          </a:xfrm>
          <a:prstGeom prst="rect">
            <a:avLst/>
          </a:prstGeom>
          <a:noFill/>
          <a:ln/>
        </p:spPr>
        <p:txBody>
          <a:bodyPr wrap="square" rtlCol="0" anchor="ctr"/>
          <a:lstStyle/>
          <a:p>
            <a:pPr marL="0" indent="0" algn="ctr">
              <a:buNone/>
            </a:pP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745</Words>
  <Application>Microsoft Office PowerPoint</Application>
  <PresentationFormat>Widescreen</PresentationFormat>
  <Paragraphs>74</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Suji V</cp:lastModifiedBy>
  <cp:revision>1</cp:revision>
  <dcterms:created xsi:type="dcterms:W3CDTF">2026-07-21T03:56:01Z</dcterms:created>
  <dcterms:modified xsi:type="dcterms:W3CDTF">2026-07-21T04:38:37Z</dcterms:modified>
</cp:coreProperties>
</file>